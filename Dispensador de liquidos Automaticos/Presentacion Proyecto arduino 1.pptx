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536" y="-165170"/>
            <a:ext cx="17516926" cy="26103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6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arduino.cc/sketches/bfffb244-095a-489c-9717-1a7f9b24f55f?nav=Files&amp;view-mode=pre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arduino.cc/sketches/bfffb244-095a-489c-9717-1a7f9b24f55f?nav=Files&amp;view-mode=pre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arduino.cc/sketches/bfffb244-095a-489c-9717-1a7f9b24f55f?nav=Files&amp;view-mode=previe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00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19455" y="0"/>
            <a:ext cx="18068925" cy="10287000"/>
            <a:chOff x="219455" y="0"/>
            <a:chExt cx="1806892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38536" y="0"/>
              <a:ext cx="7349463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455" y="521208"/>
              <a:ext cx="11789663" cy="35813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06030" y="705263"/>
            <a:ext cx="11722543" cy="17434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250" dirty="0"/>
              <a:t>DISPENSADOR DE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53471" y="6269735"/>
            <a:ext cx="8034528" cy="302971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6030" y="2124488"/>
            <a:ext cx="17795240" cy="7122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250" dirty="0">
                <a:solidFill>
                  <a:srgbClr val="FFFFFF"/>
                </a:solidFill>
                <a:latin typeface="Trebuchet MS"/>
                <a:cs typeface="Trebuchet MS"/>
              </a:rPr>
              <a:t>LIQUIDOS AUTOMATICO</a:t>
            </a:r>
            <a:endParaRPr sz="11250" dirty="0">
              <a:latin typeface="Trebuchet MS"/>
              <a:cs typeface="Trebuchet MS"/>
            </a:endParaRPr>
          </a:p>
          <a:p>
            <a:pPr marL="12700" marR="8053070" algn="just">
              <a:lnSpc>
                <a:spcPct val="116500"/>
              </a:lnSpc>
              <a:spcBef>
                <a:spcPts val="4990"/>
              </a:spcBef>
            </a:pPr>
            <a:r>
              <a:rPr sz="2250" b="1" spc="200" dirty="0">
                <a:solidFill>
                  <a:srgbClr val="FFFFFF"/>
                </a:solidFill>
                <a:latin typeface="Trebuchet MS"/>
                <a:cs typeface="Trebuchet MS"/>
              </a:rPr>
              <a:t>SISTEMA</a:t>
            </a:r>
            <a:r>
              <a:rPr sz="22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55" dirty="0">
                <a:solidFill>
                  <a:srgbClr val="FFFFFF"/>
                </a:solidFill>
                <a:latin typeface="Trebuchet MS"/>
                <a:cs typeface="Trebuchet MS"/>
              </a:rPr>
              <a:t>DISPENSADOR</a:t>
            </a:r>
            <a:r>
              <a:rPr sz="22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50" dirty="0">
                <a:solidFill>
                  <a:srgbClr val="FFFFFF"/>
                </a:solidFill>
                <a:latin typeface="Trebuchet MS"/>
                <a:cs typeface="Trebuchet MS"/>
              </a:rPr>
              <a:t>AUTOMÁTICO</a:t>
            </a:r>
            <a:r>
              <a:rPr sz="22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25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70" dirty="0">
                <a:solidFill>
                  <a:srgbClr val="FFFFFF"/>
                </a:solidFill>
                <a:latin typeface="Trebuchet MS"/>
                <a:cs typeface="Trebuchet MS"/>
              </a:rPr>
              <a:t>AGUA</a:t>
            </a:r>
            <a:r>
              <a:rPr sz="22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0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22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50" dirty="0">
                <a:solidFill>
                  <a:srgbClr val="FFFFFF"/>
                </a:solidFill>
                <a:latin typeface="Trebuchet MS"/>
                <a:cs typeface="Trebuchet MS"/>
              </a:rPr>
              <a:t>OTROS</a:t>
            </a:r>
            <a:r>
              <a:rPr sz="225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70" dirty="0">
                <a:solidFill>
                  <a:srgbClr val="FFFFFF"/>
                </a:solidFill>
                <a:latin typeface="Trebuchet MS"/>
                <a:cs typeface="Trebuchet MS"/>
              </a:rPr>
              <a:t>LÍQUIDOS, </a:t>
            </a:r>
            <a:r>
              <a:rPr sz="2250" b="1" spc="110" dirty="0">
                <a:solidFill>
                  <a:srgbClr val="FFFFFF"/>
                </a:solidFill>
                <a:latin typeface="Trebuchet MS"/>
                <a:cs typeface="Trebuchet MS"/>
              </a:rPr>
              <a:t>QUE</a:t>
            </a:r>
            <a:r>
              <a:rPr sz="2250" b="1" spc="254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00" dirty="0">
                <a:solidFill>
                  <a:srgbClr val="FFFFFF"/>
                </a:solidFill>
                <a:latin typeface="Trebuchet MS"/>
                <a:cs typeface="Trebuchet MS"/>
              </a:rPr>
              <a:t>UTILIZA</a:t>
            </a:r>
            <a:r>
              <a:rPr sz="2250" b="1" spc="25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sz="2250" b="1" spc="254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80" dirty="0">
                <a:solidFill>
                  <a:srgbClr val="FFFFFF"/>
                </a:solidFill>
                <a:latin typeface="Trebuchet MS"/>
                <a:cs typeface="Trebuchet MS"/>
              </a:rPr>
              <a:t>SENSOR</a:t>
            </a:r>
            <a:r>
              <a:rPr sz="2250" b="1" spc="254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ULTRASÓNICO</a:t>
            </a:r>
            <a:r>
              <a:rPr sz="2250" b="1" spc="254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sz="2250" b="1" spc="25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DETECTAR</a:t>
            </a:r>
            <a:r>
              <a:rPr sz="2250" b="1" spc="254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2250" b="1" spc="13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2250" b="1" spc="150" dirty="0">
                <a:solidFill>
                  <a:srgbClr val="FFFFFF"/>
                </a:solidFill>
                <a:latin typeface="Trebuchet MS"/>
                <a:cs typeface="Trebuchet MS"/>
              </a:rPr>
              <a:t>PRESENCIA</a:t>
            </a:r>
            <a:r>
              <a:rPr sz="2250" b="1" spc="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95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250" b="1" spc="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00" dirty="0">
                <a:solidFill>
                  <a:srgbClr val="FFFFFF"/>
                </a:solidFill>
                <a:latin typeface="Trebuchet MS"/>
                <a:cs typeface="Trebuchet MS"/>
              </a:rPr>
              <a:t>RECIPIENTE</a:t>
            </a:r>
            <a:r>
              <a:rPr sz="2250" b="1" spc="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245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2250" b="1" spc="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45" dirty="0">
                <a:solidFill>
                  <a:srgbClr val="FFFFFF"/>
                </a:solidFill>
                <a:latin typeface="Trebuchet MS"/>
                <a:cs typeface="Trebuchet MS"/>
              </a:rPr>
              <a:t>MEDIR</a:t>
            </a:r>
            <a:r>
              <a:rPr sz="2250" b="1" spc="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204" dirty="0">
                <a:solidFill>
                  <a:srgbClr val="FFFFFF"/>
                </a:solidFill>
                <a:latin typeface="Trebuchet MS"/>
                <a:cs typeface="Trebuchet MS"/>
              </a:rPr>
              <a:t>SU</a:t>
            </a:r>
            <a:r>
              <a:rPr sz="2250" b="1" spc="3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14" dirty="0">
                <a:solidFill>
                  <a:srgbClr val="FFFFFF"/>
                </a:solidFill>
                <a:latin typeface="Trebuchet MS"/>
                <a:cs typeface="Trebuchet MS"/>
              </a:rPr>
              <a:t>CAPACIDAD,</a:t>
            </a:r>
            <a:r>
              <a:rPr sz="2250" b="1" spc="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35" dirty="0">
                <a:solidFill>
                  <a:srgbClr val="FFFFFF"/>
                </a:solidFill>
                <a:latin typeface="Trebuchet MS"/>
                <a:cs typeface="Trebuchet MS"/>
              </a:rPr>
              <a:t>ACTIVANDO </a:t>
            </a:r>
            <a:r>
              <a:rPr sz="2250" b="1" spc="155" dirty="0">
                <a:solidFill>
                  <a:srgbClr val="FFFFFF"/>
                </a:solidFill>
                <a:latin typeface="Trebuchet MS"/>
                <a:cs typeface="Trebuchet MS"/>
              </a:rPr>
              <a:t>LA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210" dirty="0">
                <a:solidFill>
                  <a:srgbClr val="FFFFFF"/>
                </a:solidFill>
                <a:latin typeface="Trebuchet MS"/>
                <a:cs typeface="Trebuchet MS"/>
              </a:rPr>
              <a:t>BOMBA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70" dirty="0">
                <a:solidFill>
                  <a:srgbClr val="FFFFFF"/>
                </a:solidFill>
                <a:latin typeface="Trebuchet MS"/>
                <a:cs typeface="Trebuchet MS"/>
              </a:rPr>
              <a:t>FORMA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60" dirty="0">
                <a:solidFill>
                  <a:srgbClr val="FFFFFF"/>
                </a:solidFill>
                <a:latin typeface="Trebuchet MS"/>
                <a:cs typeface="Trebuchet MS"/>
              </a:rPr>
              <a:t>CONTROLADA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50" dirty="0">
                <a:solidFill>
                  <a:srgbClr val="FFFFFF"/>
                </a:solidFill>
                <a:latin typeface="Trebuchet MS"/>
                <a:cs typeface="Trebuchet MS"/>
              </a:rPr>
              <a:t>MEDIANTE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125" dirty="0">
                <a:solidFill>
                  <a:srgbClr val="FFFFFF"/>
                </a:solidFill>
                <a:latin typeface="Trebuchet MS"/>
                <a:cs typeface="Trebuchet MS"/>
              </a:rPr>
              <a:t>UN</a:t>
            </a:r>
            <a:r>
              <a:rPr sz="2250" b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Trebuchet MS"/>
                <a:cs typeface="Trebuchet MS"/>
              </a:rPr>
              <a:t>RELAY.</a:t>
            </a:r>
            <a:endParaRPr sz="2250" dirty="0">
              <a:latin typeface="Trebuchet MS"/>
              <a:cs typeface="Trebuchet MS"/>
            </a:endParaRPr>
          </a:p>
          <a:p>
            <a:pPr marL="9857105" marR="5080" indent="4460875" algn="r">
              <a:lnSpc>
                <a:spcPct val="116399"/>
              </a:lnSpc>
              <a:spcBef>
                <a:spcPts val="509"/>
              </a:spcBef>
            </a:pPr>
            <a:r>
              <a:rPr sz="4350" b="1" spc="325" dirty="0">
                <a:solidFill>
                  <a:srgbClr val="FFFFFF"/>
                </a:solidFill>
                <a:latin typeface="Trebuchet MS"/>
                <a:cs typeface="Trebuchet MS"/>
              </a:rPr>
              <a:t>HECHO</a:t>
            </a:r>
            <a:r>
              <a:rPr sz="435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90" dirty="0">
                <a:solidFill>
                  <a:srgbClr val="FFFFFF"/>
                </a:solidFill>
                <a:latin typeface="Trebuchet MS"/>
                <a:cs typeface="Trebuchet MS"/>
              </a:rPr>
              <a:t>POR: </a:t>
            </a:r>
            <a:r>
              <a:rPr sz="4350" b="1" spc="320" dirty="0">
                <a:solidFill>
                  <a:srgbClr val="FFFFFF"/>
                </a:solidFill>
                <a:latin typeface="Trebuchet MS"/>
                <a:cs typeface="Trebuchet MS"/>
              </a:rPr>
              <a:t>KARLA</a:t>
            </a:r>
            <a:r>
              <a:rPr sz="435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350" dirty="0">
                <a:solidFill>
                  <a:srgbClr val="FFFFFF"/>
                </a:solidFill>
                <a:latin typeface="Trebuchet MS"/>
                <a:cs typeface="Trebuchet MS"/>
              </a:rPr>
              <a:t>VARGAS</a:t>
            </a:r>
            <a:r>
              <a:rPr sz="435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285" dirty="0">
                <a:solidFill>
                  <a:srgbClr val="FFFFFF"/>
                </a:solidFill>
                <a:latin typeface="Trebuchet MS"/>
                <a:cs typeface="Trebuchet MS"/>
              </a:rPr>
              <a:t>HERNANDEZ </a:t>
            </a:r>
            <a:r>
              <a:rPr sz="4350" b="1" spc="280" dirty="0">
                <a:solidFill>
                  <a:srgbClr val="FFFFFF"/>
                </a:solidFill>
                <a:latin typeface="Trebuchet MS"/>
                <a:cs typeface="Trebuchet MS"/>
              </a:rPr>
              <a:t>JUAN</a:t>
            </a:r>
            <a:r>
              <a:rPr sz="435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245" dirty="0">
                <a:solidFill>
                  <a:srgbClr val="FFFFFF"/>
                </a:solidFill>
                <a:latin typeface="Trebuchet MS"/>
                <a:cs typeface="Trebuchet MS"/>
              </a:rPr>
              <a:t>DIEGO</a:t>
            </a:r>
            <a:r>
              <a:rPr sz="4350" b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254" dirty="0">
                <a:solidFill>
                  <a:srgbClr val="FFFFFF"/>
                </a:solidFill>
                <a:latin typeface="Trebuchet MS"/>
                <a:cs typeface="Trebuchet MS"/>
              </a:rPr>
              <a:t>CASTRILLON </a:t>
            </a:r>
            <a:r>
              <a:rPr sz="4350" b="1" spc="310" dirty="0">
                <a:solidFill>
                  <a:srgbClr val="FFFFFF"/>
                </a:solidFill>
                <a:latin typeface="Trebuchet MS"/>
                <a:cs typeface="Trebuchet MS"/>
              </a:rPr>
              <a:t>KEISY</a:t>
            </a:r>
            <a:r>
              <a:rPr sz="435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195" dirty="0">
                <a:solidFill>
                  <a:srgbClr val="FFFFFF"/>
                </a:solidFill>
                <a:latin typeface="Trebuchet MS"/>
                <a:cs typeface="Trebuchet MS"/>
              </a:rPr>
              <a:t>CRITAL</a:t>
            </a:r>
            <a:r>
              <a:rPr sz="435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350" b="1" spc="440" dirty="0">
                <a:solidFill>
                  <a:srgbClr val="FFFFFF"/>
                </a:solidFill>
                <a:latin typeface="Trebuchet MS"/>
                <a:cs typeface="Trebuchet MS"/>
              </a:rPr>
              <a:t>MACHADO</a:t>
            </a:r>
            <a:endParaRPr sz="43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603530"/>
            <a:ext cx="18288000" cy="683895"/>
          </a:xfrm>
          <a:custGeom>
            <a:avLst/>
            <a:gdLst/>
            <a:ahLst/>
            <a:cxnLst/>
            <a:rect l="l" t="t" r="r" b="b"/>
            <a:pathLst>
              <a:path w="18288000" h="683895">
                <a:moveTo>
                  <a:pt x="18287999" y="683469"/>
                </a:moveTo>
                <a:lnTo>
                  <a:pt x="0" y="68346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683469"/>
                </a:lnTo>
                <a:close/>
              </a:path>
            </a:pathLst>
          </a:custGeom>
          <a:solidFill>
            <a:srgbClr val="5D17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8810624"/>
            <a:chOff x="0" y="0"/>
            <a:chExt cx="18288000" cy="8810624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065854" y="1028699"/>
                  </a:moveTo>
                  <a:lnTo>
                    <a:pt x="0" y="1028699"/>
                  </a:lnTo>
                  <a:lnTo>
                    <a:pt x="0" y="0"/>
                  </a:lnTo>
                  <a:lnTo>
                    <a:pt x="18065854" y="0"/>
                  </a:lnTo>
                  <a:lnTo>
                    <a:pt x="18113867" y="2377"/>
                  </a:lnTo>
                  <a:lnTo>
                    <a:pt x="18161066" y="9420"/>
                  </a:lnTo>
                  <a:lnTo>
                    <a:pt x="18207134" y="20997"/>
                  </a:lnTo>
                  <a:lnTo>
                    <a:pt x="18251752" y="36977"/>
                  </a:lnTo>
                  <a:lnTo>
                    <a:pt x="18288000" y="54107"/>
                  </a:lnTo>
                  <a:lnTo>
                    <a:pt x="18288000" y="974592"/>
                  </a:lnTo>
                  <a:lnTo>
                    <a:pt x="18251752" y="991722"/>
                  </a:lnTo>
                  <a:lnTo>
                    <a:pt x="18207134" y="1007702"/>
                  </a:lnTo>
                  <a:lnTo>
                    <a:pt x="18161066" y="1019279"/>
                  </a:lnTo>
                  <a:lnTo>
                    <a:pt x="18113867" y="1026322"/>
                  </a:lnTo>
                  <a:lnTo>
                    <a:pt x="18065854" y="1028699"/>
                  </a:lnTo>
                  <a:close/>
                </a:path>
              </a:pathLst>
            </a:custGeom>
            <a:solidFill>
              <a:srgbClr val="8B5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636" y="1028700"/>
              <a:ext cx="7781924" cy="77819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1023" y="6834695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5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1023" y="7211853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5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FF31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2828" y="7568732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5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FF74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2828" y="7949732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5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54A2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2828" y="8330732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5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54A2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569" y="1205968"/>
              <a:ext cx="7143749" cy="53625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51726" y="6853745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4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0CBF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1726" y="7264277"/>
              <a:ext cx="1278255" cy="0"/>
            </a:xfrm>
            <a:custGeom>
              <a:avLst/>
              <a:gdLst/>
              <a:ahLst/>
              <a:cxnLst/>
              <a:rect l="l" t="t" r="r" b="b"/>
              <a:pathLst>
                <a:path w="1278254">
                  <a:moveTo>
                    <a:pt x="0" y="0"/>
                  </a:moveTo>
                  <a:lnTo>
                    <a:pt x="1278077" y="0"/>
                  </a:lnTo>
                </a:path>
              </a:pathLst>
            </a:custGeom>
            <a:ln w="38099">
              <a:solidFill>
                <a:srgbClr val="FFBD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52705" algn="ctr">
              <a:lnSpc>
                <a:spcPct val="100000"/>
              </a:lnSpc>
              <a:spcBef>
                <a:spcPts val="1125"/>
              </a:spcBef>
            </a:pPr>
            <a:r>
              <a:rPr sz="3950" spc="240" dirty="0">
                <a:solidFill>
                  <a:srgbClr val="000000"/>
                </a:solidFill>
                <a:latin typeface="Segoe UI Symbol"/>
                <a:cs typeface="Segoe UI Symbol"/>
              </a:rPr>
              <a:t>DISPENSADOR</a:t>
            </a:r>
            <a:r>
              <a:rPr sz="3950" spc="-114" dirty="0">
                <a:solidFill>
                  <a:srgbClr val="000000"/>
                </a:solidFill>
                <a:latin typeface="Segoe UI Symbol"/>
                <a:cs typeface="Segoe UI Symbol"/>
              </a:rPr>
              <a:t> </a:t>
            </a:r>
            <a:r>
              <a:rPr sz="3950" spc="245" dirty="0">
                <a:solidFill>
                  <a:srgbClr val="000000"/>
                </a:solidFill>
                <a:latin typeface="Segoe UI Symbol"/>
                <a:cs typeface="Segoe UI Symbol"/>
              </a:rPr>
              <a:t>AUTOMATICO</a:t>
            </a:r>
            <a:endParaRPr sz="3950">
              <a:latin typeface="Segoe UI Symbol"/>
              <a:cs typeface="Segoe UI Symbol"/>
            </a:endParaRPr>
          </a:p>
          <a:p>
            <a:pPr marL="52705" algn="ctr">
              <a:lnSpc>
                <a:spcPct val="100000"/>
              </a:lnSpc>
              <a:spcBef>
                <a:spcPts val="645"/>
              </a:spcBef>
            </a:pPr>
            <a:r>
              <a:rPr sz="2400" spc="125" dirty="0">
                <a:solidFill>
                  <a:srgbClr val="000000"/>
                </a:solidFill>
                <a:latin typeface="Segoe UI Symbol"/>
                <a:cs typeface="Segoe UI Symbol"/>
              </a:rPr>
              <a:t>PINOUT</a:t>
            </a:r>
            <a:r>
              <a:rPr sz="2400" spc="-95" dirty="0">
                <a:solidFill>
                  <a:srgbClr val="000000"/>
                </a:solidFill>
                <a:latin typeface="Segoe UI Symbol"/>
                <a:cs typeface="Segoe UI Symbol"/>
              </a:rPr>
              <a:t> </a:t>
            </a:r>
            <a:r>
              <a:rPr sz="2400" spc="80" dirty="0">
                <a:solidFill>
                  <a:srgbClr val="000000"/>
                </a:solidFill>
                <a:latin typeface="Segoe UI Symbol"/>
                <a:cs typeface="Segoe UI Symbol"/>
              </a:rPr>
              <a:t>ARDUINO</a:t>
            </a:r>
            <a:endParaRPr sz="24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0939" y="6698266"/>
            <a:ext cx="1656714" cy="971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latin typeface="Segoe UI Symbol"/>
                <a:cs typeface="Segoe UI Symbol"/>
              </a:rPr>
              <a:t>GND</a:t>
            </a:r>
            <a:endParaRPr sz="1400">
              <a:latin typeface="Segoe UI Symbol"/>
              <a:cs typeface="Segoe UI Symbol"/>
            </a:endParaRPr>
          </a:p>
          <a:p>
            <a:pPr marL="17145">
              <a:lnSpc>
                <a:spcPct val="100000"/>
              </a:lnSpc>
              <a:spcBef>
                <a:spcPts val="1285"/>
              </a:spcBef>
            </a:pPr>
            <a:r>
              <a:rPr sz="1400" spc="155" dirty="0">
                <a:latin typeface="Segoe UI Symbol"/>
                <a:cs typeface="Segoe UI Symbol"/>
              </a:rPr>
              <a:t>VCC</a:t>
            </a:r>
            <a:endParaRPr sz="14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200" spc="90" dirty="0">
                <a:latin typeface="Segoe UI Symbol"/>
                <a:cs typeface="Segoe UI Symbol"/>
              </a:rPr>
              <a:t>PULSADOR</a:t>
            </a:r>
            <a:r>
              <a:rPr sz="1200" spc="-40" dirty="0">
                <a:latin typeface="Segoe UI Symbol"/>
                <a:cs typeface="Segoe UI Symbol"/>
              </a:rPr>
              <a:t> </a:t>
            </a:r>
            <a:r>
              <a:rPr sz="1200" spc="85" dirty="0">
                <a:latin typeface="Segoe UI Symbol"/>
                <a:cs typeface="Segoe UI Symbol"/>
              </a:rPr>
              <a:t>(+)</a:t>
            </a:r>
            <a:r>
              <a:rPr sz="1200" spc="-40" dirty="0">
                <a:latin typeface="Segoe UI Symbol"/>
                <a:cs typeface="Segoe UI Symbol"/>
              </a:rPr>
              <a:t> ➔ </a:t>
            </a:r>
            <a:r>
              <a:rPr sz="1200" spc="-25" dirty="0">
                <a:latin typeface="Segoe UI Symbol"/>
                <a:cs typeface="Segoe UI Symbol"/>
              </a:rPr>
              <a:t>D13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12373" y="7838734"/>
            <a:ext cx="911225" cy="5930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100" dirty="0">
                <a:latin typeface="Segoe UI Symbol"/>
                <a:cs typeface="Segoe UI Symbol"/>
              </a:rPr>
              <a:t>ECHO</a:t>
            </a:r>
            <a:r>
              <a:rPr sz="1200" spc="-45" dirty="0">
                <a:latin typeface="Segoe UI Symbol"/>
                <a:cs typeface="Segoe UI Symbol"/>
              </a:rPr>
              <a:t> </a:t>
            </a:r>
            <a:r>
              <a:rPr sz="1200" spc="-40" dirty="0">
                <a:latin typeface="Segoe UI Symbol"/>
                <a:cs typeface="Segoe UI Symbol"/>
              </a:rPr>
              <a:t>➔</a:t>
            </a:r>
            <a:r>
              <a:rPr sz="1200" spc="-45" dirty="0">
                <a:latin typeface="Segoe UI Symbol"/>
                <a:cs typeface="Segoe UI Symbol"/>
              </a:rPr>
              <a:t> </a:t>
            </a:r>
            <a:r>
              <a:rPr sz="1200" spc="65" dirty="0">
                <a:latin typeface="Segoe UI Symbol"/>
                <a:cs typeface="Segoe UI Symbol"/>
              </a:rPr>
              <a:t>D3</a:t>
            </a:r>
            <a:endParaRPr sz="1200">
              <a:latin typeface="Segoe UI Symbol"/>
              <a:cs typeface="Segoe UI Symbol"/>
            </a:endParaRPr>
          </a:p>
          <a:p>
            <a:pPr marL="36195">
              <a:lnSpc>
                <a:spcPct val="100000"/>
              </a:lnSpc>
              <a:spcBef>
                <a:spcPts val="1560"/>
              </a:spcBef>
            </a:pPr>
            <a:r>
              <a:rPr sz="1200" spc="90" dirty="0">
                <a:latin typeface="Segoe UI Symbol"/>
                <a:cs typeface="Segoe UI Symbol"/>
              </a:rPr>
              <a:t>TRIG</a:t>
            </a:r>
            <a:r>
              <a:rPr sz="1200" spc="-40" dirty="0">
                <a:latin typeface="Segoe UI Symbol"/>
                <a:cs typeface="Segoe UI Symbol"/>
              </a:rPr>
              <a:t> </a:t>
            </a:r>
            <a:r>
              <a:rPr sz="1200" dirty="0">
                <a:latin typeface="Segoe UI Symbol"/>
                <a:cs typeface="Segoe UI Symbol"/>
              </a:rPr>
              <a:t>➔D</a:t>
            </a:r>
            <a:r>
              <a:rPr sz="1200" spc="-40" dirty="0">
                <a:latin typeface="Segoe UI Symbol"/>
                <a:cs typeface="Segoe UI Symbol"/>
              </a:rPr>
              <a:t> </a:t>
            </a:r>
            <a:r>
              <a:rPr sz="1200" spc="75" dirty="0">
                <a:latin typeface="Segoe UI Symbol"/>
                <a:cs typeface="Segoe UI Symbol"/>
              </a:rPr>
              <a:t>5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75444" y="6751605"/>
            <a:ext cx="202057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80" dirty="0">
                <a:latin typeface="Segoe UI Symbol"/>
                <a:cs typeface="Segoe UI Symbol"/>
              </a:rPr>
              <a:t>POTENCIOMETRO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spc="-40" dirty="0">
                <a:latin typeface="Segoe UI Symbol"/>
                <a:cs typeface="Segoe UI Symbol"/>
              </a:rPr>
              <a:t>➔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spc="160" dirty="0">
                <a:latin typeface="Segoe UI Symbol"/>
                <a:cs typeface="Segoe UI Symbol"/>
              </a:rPr>
              <a:t>V0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spc="70" dirty="0">
                <a:latin typeface="Segoe UI Symbol"/>
                <a:cs typeface="Segoe UI Symbol"/>
              </a:rPr>
              <a:t>LCD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0700" y="7161188"/>
            <a:ext cx="108204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70" dirty="0">
                <a:latin typeface="Segoe UI Symbol"/>
                <a:cs typeface="Segoe UI Symbol"/>
              </a:rPr>
              <a:t>RELAY/IN</a:t>
            </a:r>
            <a:r>
              <a:rPr sz="1100" spc="-30" dirty="0">
                <a:latin typeface="Segoe UI Symbol"/>
                <a:cs typeface="Segoe UI Symbol"/>
              </a:rPr>
              <a:t> </a:t>
            </a:r>
            <a:r>
              <a:rPr sz="1100" spc="-40" dirty="0">
                <a:latin typeface="Segoe UI Symbol"/>
                <a:cs typeface="Segoe UI Symbol"/>
              </a:rPr>
              <a:t>➔</a:t>
            </a:r>
            <a:r>
              <a:rPr sz="1100" spc="-25" dirty="0">
                <a:latin typeface="Segoe UI Symbol"/>
                <a:cs typeface="Segoe UI Symbol"/>
              </a:rPr>
              <a:t> </a:t>
            </a:r>
            <a:r>
              <a:rPr sz="1100" spc="30" dirty="0">
                <a:latin typeface="Segoe UI Symbol"/>
                <a:cs typeface="Segoe UI Symbol"/>
              </a:rPr>
              <a:t>D7</a:t>
            </a:r>
            <a:endParaRPr sz="1100">
              <a:latin typeface="Segoe UI Symbol"/>
              <a:cs typeface="Segoe UI Symbol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9FA104C-9B50-75F4-8635-3A2CDEB00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096" y="1066800"/>
            <a:ext cx="9213092" cy="7397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333" y="1028700"/>
            <a:ext cx="3086099" cy="22002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763" y="7305631"/>
            <a:ext cx="2762249" cy="26860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763" y="4209853"/>
            <a:ext cx="2762249" cy="2362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76840" y="1028700"/>
            <a:ext cx="3695699" cy="23336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00646" y="4022871"/>
            <a:ext cx="3867149" cy="254317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232481" y="1371023"/>
            <a:ext cx="4766945" cy="1518920"/>
          </a:xfrm>
          <a:custGeom>
            <a:avLst/>
            <a:gdLst/>
            <a:ahLst/>
            <a:cxnLst/>
            <a:rect l="l" t="t" r="r" b="b"/>
            <a:pathLst>
              <a:path w="4766945" h="1518920">
                <a:moveTo>
                  <a:pt x="4281022" y="1518589"/>
                </a:moveTo>
                <a:lnTo>
                  <a:pt x="485774" y="1518589"/>
                </a:lnTo>
                <a:lnTo>
                  <a:pt x="437762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2"/>
                </a:lnTo>
                <a:lnTo>
                  <a:pt x="257028" y="1461362"/>
                </a:lnTo>
                <a:lnTo>
                  <a:pt x="216266" y="1436973"/>
                </a:lnTo>
                <a:lnTo>
                  <a:pt x="177911" y="1408578"/>
                </a:lnTo>
                <a:lnTo>
                  <a:pt x="142280" y="1376309"/>
                </a:lnTo>
                <a:lnTo>
                  <a:pt x="110010" y="1340678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281022" y="0"/>
                </a:lnTo>
                <a:lnTo>
                  <a:pt x="4329035" y="2377"/>
                </a:lnTo>
                <a:lnTo>
                  <a:pt x="4376235" y="9420"/>
                </a:lnTo>
                <a:lnTo>
                  <a:pt x="4422303" y="20997"/>
                </a:lnTo>
                <a:lnTo>
                  <a:pt x="4466921" y="36977"/>
                </a:lnTo>
                <a:lnTo>
                  <a:pt x="4509770" y="57227"/>
                </a:lnTo>
                <a:lnTo>
                  <a:pt x="4550531" y="81615"/>
                </a:lnTo>
                <a:lnTo>
                  <a:pt x="4588887" y="110010"/>
                </a:lnTo>
                <a:lnTo>
                  <a:pt x="4624518" y="142280"/>
                </a:lnTo>
                <a:lnTo>
                  <a:pt x="4656787" y="177911"/>
                </a:lnTo>
                <a:lnTo>
                  <a:pt x="4685182" y="216266"/>
                </a:lnTo>
                <a:lnTo>
                  <a:pt x="4709570" y="257028"/>
                </a:lnTo>
                <a:lnTo>
                  <a:pt x="4729820" y="299876"/>
                </a:lnTo>
                <a:lnTo>
                  <a:pt x="4745800" y="344494"/>
                </a:lnTo>
                <a:lnTo>
                  <a:pt x="4757377" y="390562"/>
                </a:lnTo>
                <a:lnTo>
                  <a:pt x="4764420" y="437762"/>
                </a:lnTo>
                <a:lnTo>
                  <a:pt x="4766797" y="485774"/>
                </a:lnTo>
                <a:lnTo>
                  <a:pt x="4766797" y="1032814"/>
                </a:lnTo>
                <a:lnTo>
                  <a:pt x="4764420" y="1080827"/>
                </a:lnTo>
                <a:lnTo>
                  <a:pt x="4757377" y="1128026"/>
                </a:lnTo>
                <a:lnTo>
                  <a:pt x="4745800" y="1174094"/>
                </a:lnTo>
                <a:lnTo>
                  <a:pt x="4729820" y="1218712"/>
                </a:lnTo>
                <a:lnTo>
                  <a:pt x="4709570" y="1261561"/>
                </a:lnTo>
                <a:lnTo>
                  <a:pt x="4685182" y="1302322"/>
                </a:lnTo>
                <a:lnTo>
                  <a:pt x="4656787" y="1340678"/>
                </a:lnTo>
                <a:lnTo>
                  <a:pt x="4624518" y="1376309"/>
                </a:lnTo>
                <a:lnTo>
                  <a:pt x="4588887" y="1408578"/>
                </a:lnTo>
                <a:lnTo>
                  <a:pt x="4550531" y="1436973"/>
                </a:lnTo>
                <a:lnTo>
                  <a:pt x="4509770" y="1461362"/>
                </a:lnTo>
                <a:lnTo>
                  <a:pt x="4466921" y="1481612"/>
                </a:lnTo>
                <a:lnTo>
                  <a:pt x="4422303" y="1497591"/>
                </a:lnTo>
                <a:lnTo>
                  <a:pt x="4376235" y="1509169"/>
                </a:lnTo>
                <a:lnTo>
                  <a:pt x="4329035" y="1516212"/>
                </a:lnTo>
                <a:lnTo>
                  <a:pt x="4281022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24432" y="1524154"/>
            <a:ext cx="4182745" cy="108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599"/>
              </a:lnSpc>
              <a:spcBef>
                <a:spcPts val="95"/>
              </a:spcBef>
            </a:pPr>
            <a:r>
              <a:rPr sz="2000" b="1" spc="65" dirty="0">
                <a:solidFill>
                  <a:srgbClr val="120F12"/>
                </a:solidFill>
                <a:latin typeface="Arial"/>
                <a:cs typeface="Arial"/>
              </a:rPr>
              <a:t>Recorte</a:t>
            </a:r>
            <a:r>
              <a:rPr sz="2000" b="1" dirty="0">
                <a:solidFill>
                  <a:srgbClr val="120F12"/>
                </a:solidFill>
                <a:latin typeface="Arial"/>
                <a:cs typeface="Arial"/>
              </a:rPr>
              <a:t>  </a:t>
            </a:r>
            <a:r>
              <a:rPr sz="2000" b="1" spc="165" dirty="0">
                <a:solidFill>
                  <a:srgbClr val="120F12"/>
                </a:solidFill>
                <a:latin typeface="Arial"/>
                <a:cs typeface="Arial"/>
              </a:rPr>
              <a:t>y</a:t>
            </a:r>
            <a:r>
              <a:rPr sz="2000" b="1" spc="15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110" dirty="0">
                <a:solidFill>
                  <a:srgbClr val="120F12"/>
                </a:solidFill>
                <a:latin typeface="Arial"/>
                <a:cs typeface="Arial"/>
              </a:rPr>
              <a:t>ensamblaje</a:t>
            </a:r>
            <a:r>
              <a:rPr sz="2000" b="1" spc="5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125" dirty="0">
                <a:solidFill>
                  <a:srgbClr val="120F12"/>
                </a:solidFill>
                <a:latin typeface="Arial"/>
                <a:cs typeface="Arial"/>
              </a:rPr>
              <a:t>de</a:t>
            </a:r>
            <a:r>
              <a:rPr sz="2000" b="1" spc="10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30" dirty="0">
                <a:solidFill>
                  <a:srgbClr val="120F12"/>
                </a:solidFill>
                <a:latin typeface="Arial"/>
                <a:cs typeface="Arial"/>
              </a:rPr>
              <a:t>las </a:t>
            </a:r>
            <a:r>
              <a:rPr sz="2000" b="1" spc="120" dirty="0">
                <a:solidFill>
                  <a:srgbClr val="120F12"/>
                </a:solidFill>
                <a:latin typeface="Arial"/>
                <a:cs typeface="Arial"/>
              </a:rPr>
              <a:t>partes</a:t>
            </a:r>
            <a:r>
              <a:rPr sz="2000" b="1" spc="5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110" dirty="0">
                <a:solidFill>
                  <a:srgbClr val="120F12"/>
                </a:solidFill>
                <a:latin typeface="Arial"/>
                <a:cs typeface="Arial"/>
              </a:rPr>
              <a:t>laterales</a:t>
            </a:r>
            <a:r>
              <a:rPr sz="2000" b="1" spc="10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100" dirty="0">
                <a:solidFill>
                  <a:srgbClr val="120F12"/>
                </a:solidFill>
                <a:latin typeface="Arial"/>
                <a:cs typeface="Arial"/>
              </a:rPr>
              <a:t>e</a:t>
            </a:r>
            <a:r>
              <a:rPr sz="2000" b="1" spc="5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90" dirty="0">
                <a:solidFill>
                  <a:srgbClr val="120F12"/>
                </a:solidFill>
                <a:latin typeface="Arial"/>
                <a:cs typeface="Arial"/>
              </a:rPr>
              <a:t>inferiores</a:t>
            </a:r>
            <a:r>
              <a:rPr sz="2000" b="1" spc="10" dirty="0">
                <a:solidFill>
                  <a:srgbClr val="120F12"/>
                </a:solidFill>
                <a:latin typeface="Arial"/>
                <a:cs typeface="Arial"/>
              </a:rPr>
              <a:t> </a:t>
            </a:r>
            <a:r>
              <a:rPr sz="2000" b="1" spc="70" dirty="0">
                <a:solidFill>
                  <a:srgbClr val="120F12"/>
                </a:solidFill>
                <a:latin typeface="Arial"/>
                <a:cs typeface="Arial"/>
              </a:rPr>
              <a:t>del </a:t>
            </a:r>
            <a:r>
              <a:rPr sz="2000" b="1" spc="-10" dirty="0">
                <a:solidFill>
                  <a:srgbClr val="120F12"/>
                </a:solidFill>
                <a:latin typeface="Arial"/>
                <a:cs typeface="Arial"/>
              </a:rPr>
              <a:t>chasis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72051" y="4630856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6" y="1518589"/>
                </a:moveTo>
                <a:lnTo>
                  <a:pt x="485775" y="1518589"/>
                </a:lnTo>
                <a:lnTo>
                  <a:pt x="437762" y="1516212"/>
                </a:lnTo>
                <a:lnTo>
                  <a:pt x="390562" y="1509168"/>
                </a:lnTo>
                <a:lnTo>
                  <a:pt x="344494" y="1497591"/>
                </a:lnTo>
                <a:lnTo>
                  <a:pt x="299876" y="1481611"/>
                </a:lnTo>
                <a:lnTo>
                  <a:pt x="257028" y="1461361"/>
                </a:lnTo>
                <a:lnTo>
                  <a:pt x="216266" y="1436973"/>
                </a:lnTo>
                <a:lnTo>
                  <a:pt x="177911" y="1408578"/>
                </a:lnTo>
                <a:lnTo>
                  <a:pt x="142280" y="1376309"/>
                </a:lnTo>
                <a:lnTo>
                  <a:pt x="110010" y="1340678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040086" y="0"/>
                </a:lnTo>
                <a:lnTo>
                  <a:pt x="4088098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4" y="81615"/>
                </a:lnTo>
                <a:lnTo>
                  <a:pt x="4347949" y="110010"/>
                </a:lnTo>
                <a:lnTo>
                  <a:pt x="4383580" y="142280"/>
                </a:lnTo>
                <a:lnTo>
                  <a:pt x="4415850" y="177911"/>
                </a:lnTo>
                <a:lnTo>
                  <a:pt x="4444245" y="216266"/>
                </a:lnTo>
                <a:lnTo>
                  <a:pt x="4468633" y="257028"/>
                </a:lnTo>
                <a:lnTo>
                  <a:pt x="4488883" y="299876"/>
                </a:lnTo>
                <a:lnTo>
                  <a:pt x="4504863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1" y="485775"/>
                </a:lnTo>
                <a:lnTo>
                  <a:pt x="4525861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5" y="1302322"/>
                </a:lnTo>
                <a:lnTo>
                  <a:pt x="4415850" y="1340678"/>
                </a:lnTo>
                <a:lnTo>
                  <a:pt x="4383580" y="1376309"/>
                </a:lnTo>
                <a:lnTo>
                  <a:pt x="4347949" y="1408578"/>
                </a:lnTo>
                <a:lnTo>
                  <a:pt x="4309594" y="1436973"/>
                </a:lnTo>
                <a:lnTo>
                  <a:pt x="4268832" y="1461361"/>
                </a:lnTo>
                <a:lnTo>
                  <a:pt x="4225983" y="1481611"/>
                </a:lnTo>
                <a:lnTo>
                  <a:pt x="4181366" y="1497591"/>
                </a:lnTo>
                <a:lnTo>
                  <a:pt x="4135298" y="1509168"/>
                </a:lnTo>
                <a:lnTo>
                  <a:pt x="4088098" y="1516212"/>
                </a:lnTo>
                <a:lnTo>
                  <a:pt x="4040086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55828" y="4964960"/>
            <a:ext cx="3758565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44930" marR="5080" indent="-1332865">
              <a:lnSpc>
                <a:spcPct val="115599"/>
              </a:lnSpc>
              <a:spcBef>
                <a:spcPts val="95"/>
              </a:spcBef>
            </a:pPr>
            <a:r>
              <a:rPr sz="2000" b="1" spc="110" dirty="0">
                <a:latin typeface="Arial"/>
                <a:cs typeface="Arial"/>
              </a:rPr>
              <a:t>Separacion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220" dirty="0">
                <a:latin typeface="Arial"/>
                <a:cs typeface="Arial"/>
              </a:rPr>
              <a:t>para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el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204" dirty="0">
                <a:latin typeface="Arial"/>
                <a:cs typeface="Arial"/>
              </a:rPr>
              <a:t>area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del </a:t>
            </a:r>
            <a:r>
              <a:rPr sz="2000" b="1" spc="130" dirty="0">
                <a:latin typeface="Arial"/>
                <a:cs typeface="Arial"/>
              </a:rPr>
              <a:t>arduino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72051" y="7892519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6" y="1518589"/>
                </a:moveTo>
                <a:lnTo>
                  <a:pt x="485775" y="1518589"/>
                </a:lnTo>
                <a:lnTo>
                  <a:pt x="437762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1"/>
                </a:lnTo>
                <a:lnTo>
                  <a:pt x="257028" y="1461361"/>
                </a:lnTo>
                <a:lnTo>
                  <a:pt x="216266" y="1436973"/>
                </a:lnTo>
                <a:lnTo>
                  <a:pt x="177911" y="1408578"/>
                </a:lnTo>
                <a:lnTo>
                  <a:pt x="142280" y="1376308"/>
                </a:lnTo>
                <a:lnTo>
                  <a:pt x="110010" y="1340677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4040086" y="0"/>
                </a:lnTo>
                <a:lnTo>
                  <a:pt x="4088098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4" y="81616"/>
                </a:lnTo>
                <a:lnTo>
                  <a:pt x="4347949" y="110011"/>
                </a:lnTo>
                <a:lnTo>
                  <a:pt x="4383580" y="142280"/>
                </a:lnTo>
                <a:lnTo>
                  <a:pt x="4415850" y="177911"/>
                </a:lnTo>
                <a:lnTo>
                  <a:pt x="4444245" y="216266"/>
                </a:lnTo>
                <a:lnTo>
                  <a:pt x="4468633" y="257028"/>
                </a:lnTo>
                <a:lnTo>
                  <a:pt x="4488883" y="299877"/>
                </a:lnTo>
                <a:lnTo>
                  <a:pt x="4504863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1" y="485774"/>
                </a:lnTo>
                <a:lnTo>
                  <a:pt x="4525861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5" y="1302322"/>
                </a:lnTo>
                <a:lnTo>
                  <a:pt x="4415850" y="1340677"/>
                </a:lnTo>
                <a:lnTo>
                  <a:pt x="4383580" y="1376308"/>
                </a:lnTo>
                <a:lnTo>
                  <a:pt x="4347949" y="1408578"/>
                </a:lnTo>
                <a:lnTo>
                  <a:pt x="4309594" y="1436973"/>
                </a:lnTo>
                <a:lnTo>
                  <a:pt x="4268832" y="1461361"/>
                </a:lnTo>
                <a:lnTo>
                  <a:pt x="4225983" y="1481611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8" y="1516212"/>
                </a:lnTo>
                <a:lnTo>
                  <a:pt x="4040086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53894" y="8226624"/>
            <a:ext cx="3762375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05">
              <a:lnSpc>
                <a:spcPct val="115599"/>
              </a:lnSpc>
              <a:spcBef>
                <a:spcPts val="95"/>
              </a:spcBef>
            </a:pPr>
            <a:r>
              <a:rPr sz="2000" b="1" spc="95" dirty="0">
                <a:latin typeface="Arial"/>
                <a:cs typeface="Arial"/>
              </a:rPr>
              <a:t>incorporación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95" dirty="0">
                <a:latin typeface="Arial"/>
                <a:cs typeface="Arial"/>
              </a:rPr>
              <a:t>del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75" dirty="0">
                <a:latin typeface="Arial"/>
                <a:cs typeface="Arial"/>
              </a:rPr>
              <a:t>recipiente </a:t>
            </a:r>
            <a:r>
              <a:rPr sz="2000" b="1" spc="90" dirty="0">
                <a:latin typeface="Arial"/>
                <a:cs typeface="Arial"/>
              </a:rPr>
              <a:t>junto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175" dirty="0">
                <a:latin typeface="Arial"/>
                <a:cs typeface="Arial"/>
              </a:rPr>
              <a:t>bomba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170" dirty="0">
                <a:latin typeface="Arial"/>
                <a:cs typeface="Arial"/>
              </a:rPr>
              <a:t>agua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733439" y="1371023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5" y="1518589"/>
                </a:moveTo>
                <a:lnTo>
                  <a:pt x="485774" y="1518589"/>
                </a:lnTo>
                <a:lnTo>
                  <a:pt x="437761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2"/>
                </a:lnTo>
                <a:lnTo>
                  <a:pt x="257027" y="1461362"/>
                </a:lnTo>
                <a:lnTo>
                  <a:pt x="216266" y="1436973"/>
                </a:lnTo>
                <a:lnTo>
                  <a:pt x="177910" y="1408578"/>
                </a:lnTo>
                <a:lnTo>
                  <a:pt x="142279" y="1376309"/>
                </a:lnTo>
                <a:lnTo>
                  <a:pt x="110010" y="1340678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040085" y="0"/>
                </a:lnTo>
                <a:lnTo>
                  <a:pt x="4088098" y="2377"/>
                </a:lnTo>
                <a:lnTo>
                  <a:pt x="4135297" y="9420"/>
                </a:lnTo>
                <a:lnTo>
                  <a:pt x="4181365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3" y="81615"/>
                </a:lnTo>
                <a:lnTo>
                  <a:pt x="4347949" y="110010"/>
                </a:lnTo>
                <a:lnTo>
                  <a:pt x="4383580" y="142280"/>
                </a:lnTo>
                <a:lnTo>
                  <a:pt x="4415849" y="177911"/>
                </a:lnTo>
                <a:lnTo>
                  <a:pt x="4444244" y="216266"/>
                </a:lnTo>
                <a:lnTo>
                  <a:pt x="4468633" y="257028"/>
                </a:lnTo>
                <a:lnTo>
                  <a:pt x="4488883" y="299876"/>
                </a:lnTo>
                <a:lnTo>
                  <a:pt x="4504862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0" y="485774"/>
                </a:lnTo>
                <a:lnTo>
                  <a:pt x="4525860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2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4" y="1302322"/>
                </a:lnTo>
                <a:lnTo>
                  <a:pt x="4415849" y="1340678"/>
                </a:lnTo>
                <a:lnTo>
                  <a:pt x="4383580" y="1376309"/>
                </a:lnTo>
                <a:lnTo>
                  <a:pt x="4347949" y="1408578"/>
                </a:lnTo>
                <a:lnTo>
                  <a:pt x="4309593" y="1436973"/>
                </a:lnTo>
                <a:lnTo>
                  <a:pt x="4268832" y="1461362"/>
                </a:lnTo>
                <a:lnTo>
                  <a:pt x="4225983" y="1481612"/>
                </a:lnTo>
                <a:lnTo>
                  <a:pt x="4181365" y="1497591"/>
                </a:lnTo>
                <a:lnTo>
                  <a:pt x="4135297" y="1509169"/>
                </a:lnTo>
                <a:lnTo>
                  <a:pt x="4088098" y="1516212"/>
                </a:lnTo>
                <a:lnTo>
                  <a:pt x="4040085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819114" y="1919822"/>
            <a:ext cx="43548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70" dirty="0">
                <a:latin typeface="Arial"/>
                <a:cs typeface="Arial"/>
              </a:rPr>
              <a:t>Fabricacion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200" dirty="0">
                <a:latin typeface="Arial"/>
                <a:cs typeface="Arial"/>
              </a:rPr>
              <a:t>tapa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95" dirty="0">
                <a:latin typeface="Arial"/>
                <a:cs typeface="Arial"/>
              </a:rPr>
              <a:t>superior+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463912" y="4384205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6" y="1518589"/>
                </a:moveTo>
                <a:lnTo>
                  <a:pt x="485774" y="1518589"/>
                </a:lnTo>
                <a:lnTo>
                  <a:pt x="437761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7" y="1481612"/>
                </a:lnTo>
                <a:lnTo>
                  <a:pt x="257028" y="1461362"/>
                </a:lnTo>
                <a:lnTo>
                  <a:pt x="216267" y="1436973"/>
                </a:lnTo>
                <a:lnTo>
                  <a:pt x="177911" y="1408578"/>
                </a:lnTo>
                <a:lnTo>
                  <a:pt x="142280" y="1376309"/>
                </a:lnTo>
                <a:lnTo>
                  <a:pt x="110010" y="1340678"/>
                </a:lnTo>
                <a:lnTo>
                  <a:pt x="81616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7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040086" y="0"/>
                </a:lnTo>
                <a:lnTo>
                  <a:pt x="4088099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4" y="36977"/>
                </a:lnTo>
                <a:lnTo>
                  <a:pt x="4268832" y="57227"/>
                </a:lnTo>
                <a:lnTo>
                  <a:pt x="4309594" y="81615"/>
                </a:lnTo>
                <a:lnTo>
                  <a:pt x="4347949" y="110010"/>
                </a:lnTo>
                <a:lnTo>
                  <a:pt x="4383579" y="142280"/>
                </a:lnTo>
                <a:lnTo>
                  <a:pt x="4415849" y="177911"/>
                </a:lnTo>
                <a:lnTo>
                  <a:pt x="4444244" y="216266"/>
                </a:lnTo>
                <a:lnTo>
                  <a:pt x="4468633" y="257028"/>
                </a:lnTo>
                <a:lnTo>
                  <a:pt x="4488883" y="299876"/>
                </a:lnTo>
                <a:lnTo>
                  <a:pt x="4504863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1" y="485774"/>
                </a:lnTo>
                <a:lnTo>
                  <a:pt x="4525861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4" y="1302322"/>
                </a:lnTo>
                <a:lnTo>
                  <a:pt x="4415849" y="1340678"/>
                </a:lnTo>
                <a:lnTo>
                  <a:pt x="4383579" y="1376309"/>
                </a:lnTo>
                <a:lnTo>
                  <a:pt x="4347949" y="1408578"/>
                </a:lnTo>
                <a:lnTo>
                  <a:pt x="4309594" y="1436973"/>
                </a:lnTo>
                <a:lnTo>
                  <a:pt x="4268832" y="1461362"/>
                </a:lnTo>
                <a:lnTo>
                  <a:pt x="4225984" y="1481612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9" y="1516212"/>
                </a:lnTo>
                <a:lnTo>
                  <a:pt x="4040086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3069890" y="4718310"/>
            <a:ext cx="3314065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3395" marR="5080" indent="-481330">
              <a:lnSpc>
                <a:spcPct val="115599"/>
              </a:lnSpc>
              <a:spcBef>
                <a:spcPts val="95"/>
              </a:spcBef>
            </a:pPr>
            <a:r>
              <a:rPr sz="2000" b="1" spc="95" dirty="0">
                <a:latin typeface="Arial"/>
                <a:cs typeface="Arial"/>
              </a:rPr>
              <a:t>incorporacion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180" dirty="0">
                <a:latin typeface="Arial"/>
                <a:cs typeface="Arial"/>
              </a:rPr>
              <a:t>tapa </a:t>
            </a:r>
            <a:r>
              <a:rPr sz="2000" b="1" spc="100" dirty="0">
                <a:latin typeface="Arial"/>
                <a:cs typeface="Arial"/>
              </a:rPr>
              <a:t>superior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al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chasis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299258" y="7739710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6" y="1518589"/>
                </a:moveTo>
                <a:lnTo>
                  <a:pt x="485774" y="1518589"/>
                </a:lnTo>
                <a:lnTo>
                  <a:pt x="437761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1"/>
                </a:lnTo>
                <a:lnTo>
                  <a:pt x="257028" y="1461361"/>
                </a:lnTo>
                <a:lnTo>
                  <a:pt x="216266" y="1436973"/>
                </a:lnTo>
                <a:lnTo>
                  <a:pt x="177911" y="1408578"/>
                </a:lnTo>
                <a:lnTo>
                  <a:pt x="142280" y="1376309"/>
                </a:lnTo>
                <a:lnTo>
                  <a:pt x="110011" y="1340678"/>
                </a:lnTo>
                <a:lnTo>
                  <a:pt x="81616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040086" y="0"/>
                </a:lnTo>
                <a:lnTo>
                  <a:pt x="4088099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4" y="81616"/>
                </a:lnTo>
                <a:lnTo>
                  <a:pt x="4347949" y="110011"/>
                </a:lnTo>
                <a:lnTo>
                  <a:pt x="4383580" y="142280"/>
                </a:lnTo>
                <a:lnTo>
                  <a:pt x="4415850" y="177911"/>
                </a:lnTo>
                <a:lnTo>
                  <a:pt x="4444245" y="216266"/>
                </a:lnTo>
                <a:lnTo>
                  <a:pt x="4468633" y="257028"/>
                </a:lnTo>
                <a:lnTo>
                  <a:pt x="4488883" y="299877"/>
                </a:lnTo>
                <a:lnTo>
                  <a:pt x="4504863" y="344494"/>
                </a:lnTo>
                <a:lnTo>
                  <a:pt x="4516441" y="390562"/>
                </a:lnTo>
                <a:lnTo>
                  <a:pt x="4523484" y="437762"/>
                </a:lnTo>
                <a:lnTo>
                  <a:pt x="4525861" y="485774"/>
                </a:lnTo>
                <a:lnTo>
                  <a:pt x="4525861" y="1032814"/>
                </a:lnTo>
                <a:lnTo>
                  <a:pt x="4523484" y="1080827"/>
                </a:lnTo>
                <a:lnTo>
                  <a:pt x="4516441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5" y="1302322"/>
                </a:lnTo>
                <a:lnTo>
                  <a:pt x="4415850" y="1340678"/>
                </a:lnTo>
                <a:lnTo>
                  <a:pt x="4383580" y="1376309"/>
                </a:lnTo>
                <a:lnTo>
                  <a:pt x="4347949" y="1408578"/>
                </a:lnTo>
                <a:lnTo>
                  <a:pt x="4309594" y="1436973"/>
                </a:lnTo>
                <a:lnTo>
                  <a:pt x="4268832" y="1461361"/>
                </a:lnTo>
                <a:lnTo>
                  <a:pt x="4225983" y="1481611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9" y="1516212"/>
                </a:lnTo>
                <a:lnTo>
                  <a:pt x="4040086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334481" y="8073815"/>
            <a:ext cx="4455795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54785" marR="5080" indent="-1442720">
              <a:lnSpc>
                <a:spcPct val="115599"/>
              </a:lnSpc>
              <a:spcBef>
                <a:spcPts val="95"/>
              </a:spcBef>
            </a:pPr>
            <a:r>
              <a:rPr sz="2000" b="1" spc="135" dirty="0">
                <a:latin typeface="Arial"/>
                <a:cs typeface="Arial"/>
              </a:rPr>
              <a:t>Puerta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14" dirty="0">
                <a:latin typeface="Arial"/>
                <a:cs typeface="Arial"/>
              </a:rPr>
              <a:t>seguridad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05" dirty="0">
                <a:latin typeface="Arial"/>
                <a:cs typeface="Arial"/>
              </a:rPr>
              <a:t>cabina </a:t>
            </a:r>
            <a:r>
              <a:rPr sz="2000" b="1" spc="95" dirty="0">
                <a:latin typeface="Arial"/>
                <a:cs typeface="Arial"/>
              </a:rPr>
              <a:t>del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30" dirty="0">
                <a:latin typeface="Arial"/>
                <a:cs typeface="Arial"/>
              </a:rPr>
              <a:t>arduino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45473" y="7001081"/>
            <a:ext cx="3990974" cy="3000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6479" y="0"/>
            <a:ext cx="2838449" cy="3781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6373" y="5143500"/>
            <a:ext cx="2505074" cy="3209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46589" y="5143500"/>
            <a:ext cx="2790824" cy="37242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16828" y="511582"/>
            <a:ext cx="2457449" cy="327659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25733" y="803969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6" y="1518589"/>
                </a:moveTo>
                <a:lnTo>
                  <a:pt x="485774" y="1518589"/>
                </a:lnTo>
                <a:lnTo>
                  <a:pt x="437762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2"/>
                </a:lnTo>
                <a:lnTo>
                  <a:pt x="257028" y="1461361"/>
                </a:lnTo>
                <a:lnTo>
                  <a:pt x="216266" y="1436973"/>
                </a:lnTo>
                <a:lnTo>
                  <a:pt x="177911" y="1408578"/>
                </a:lnTo>
                <a:lnTo>
                  <a:pt x="142280" y="1376309"/>
                </a:lnTo>
                <a:lnTo>
                  <a:pt x="110010" y="1340678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040086" y="0"/>
                </a:lnTo>
                <a:lnTo>
                  <a:pt x="4088098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3" y="81615"/>
                </a:lnTo>
                <a:lnTo>
                  <a:pt x="4347949" y="110010"/>
                </a:lnTo>
                <a:lnTo>
                  <a:pt x="4383580" y="142280"/>
                </a:lnTo>
                <a:lnTo>
                  <a:pt x="4415849" y="177911"/>
                </a:lnTo>
                <a:lnTo>
                  <a:pt x="4444244" y="216266"/>
                </a:lnTo>
                <a:lnTo>
                  <a:pt x="4468633" y="257028"/>
                </a:lnTo>
                <a:lnTo>
                  <a:pt x="4488883" y="299876"/>
                </a:lnTo>
                <a:lnTo>
                  <a:pt x="4504863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1" y="485774"/>
                </a:lnTo>
                <a:lnTo>
                  <a:pt x="4525861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4" y="1302322"/>
                </a:lnTo>
                <a:lnTo>
                  <a:pt x="4415849" y="1340678"/>
                </a:lnTo>
                <a:lnTo>
                  <a:pt x="4383580" y="1376309"/>
                </a:lnTo>
                <a:lnTo>
                  <a:pt x="4347949" y="1408578"/>
                </a:lnTo>
                <a:lnTo>
                  <a:pt x="4309593" y="1436973"/>
                </a:lnTo>
                <a:lnTo>
                  <a:pt x="4268832" y="1461361"/>
                </a:lnTo>
                <a:lnTo>
                  <a:pt x="4225983" y="1481612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8" y="1516212"/>
                </a:lnTo>
                <a:lnTo>
                  <a:pt x="4040086" y="15185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99799" y="1138074"/>
            <a:ext cx="4377690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5080" indent="-197485">
              <a:lnSpc>
                <a:spcPct val="115599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se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95" dirty="0">
                <a:latin typeface="Arial"/>
                <a:cs typeface="Arial"/>
              </a:rPr>
              <a:t>une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el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sensor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spc="50" dirty="0">
                <a:latin typeface="Arial"/>
                <a:cs typeface="Arial"/>
              </a:rPr>
              <a:t> </a:t>
            </a:r>
            <a:r>
              <a:rPr sz="2000" b="1" spc="100" dirty="0">
                <a:latin typeface="Arial"/>
                <a:cs typeface="Arial"/>
              </a:rPr>
              <a:t>ultrasonido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215" dirty="0">
                <a:latin typeface="Arial"/>
                <a:cs typeface="Arial"/>
              </a:rPr>
              <a:t>a </a:t>
            </a:r>
            <a:r>
              <a:rPr sz="2000" b="1" dirty="0">
                <a:latin typeface="Arial"/>
                <a:cs typeface="Arial"/>
              </a:rPr>
              <a:t>su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respectivo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lugar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100" dirty="0">
                <a:latin typeface="Arial"/>
                <a:cs typeface="Arial"/>
              </a:rPr>
              <a:t>en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75" dirty="0">
                <a:latin typeface="Arial"/>
                <a:cs typeface="Arial"/>
              </a:rPr>
              <a:t>base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18139" y="6247444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5" y="1518589"/>
                </a:moveTo>
                <a:lnTo>
                  <a:pt x="485774" y="1518589"/>
                </a:lnTo>
                <a:lnTo>
                  <a:pt x="437762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1"/>
                </a:lnTo>
                <a:lnTo>
                  <a:pt x="257028" y="1461361"/>
                </a:lnTo>
                <a:lnTo>
                  <a:pt x="216266" y="1436973"/>
                </a:lnTo>
                <a:lnTo>
                  <a:pt x="177911" y="1408578"/>
                </a:lnTo>
                <a:lnTo>
                  <a:pt x="142280" y="1376308"/>
                </a:lnTo>
                <a:lnTo>
                  <a:pt x="110010" y="1340677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1"/>
                </a:lnTo>
                <a:lnTo>
                  <a:pt x="216266" y="81616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040085" y="0"/>
                </a:lnTo>
                <a:lnTo>
                  <a:pt x="4088098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4" y="81616"/>
                </a:lnTo>
                <a:lnTo>
                  <a:pt x="4347949" y="110011"/>
                </a:lnTo>
                <a:lnTo>
                  <a:pt x="4383580" y="142280"/>
                </a:lnTo>
                <a:lnTo>
                  <a:pt x="4415850" y="177911"/>
                </a:lnTo>
                <a:lnTo>
                  <a:pt x="4444245" y="216266"/>
                </a:lnTo>
                <a:lnTo>
                  <a:pt x="4468633" y="257028"/>
                </a:lnTo>
                <a:lnTo>
                  <a:pt x="4488883" y="299877"/>
                </a:lnTo>
                <a:lnTo>
                  <a:pt x="4504863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0" y="485774"/>
                </a:lnTo>
                <a:lnTo>
                  <a:pt x="4525860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5" y="1302322"/>
                </a:lnTo>
                <a:lnTo>
                  <a:pt x="4415850" y="1340677"/>
                </a:lnTo>
                <a:lnTo>
                  <a:pt x="4383580" y="1376308"/>
                </a:lnTo>
                <a:lnTo>
                  <a:pt x="4347949" y="1408578"/>
                </a:lnTo>
                <a:lnTo>
                  <a:pt x="4309594" y="1436973"/>
                </a:lnTo>
                <a:lnTo>
                  <a:pt x="4268832" y="1461361"/>
                </a:lnTo>
                <a:lnTo>
                  <a:pt x="4225983" y="1481611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8" y="1516212"/>
                </a:lnTo>
                <a:lnTo>
                  <a:pt x="4040085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16489" y="6581549"/>
            <a:ext cx="3929379" cy="73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0735" marR="5080" indent="-788670">
              <a:lnSpc>
                <a:spcPct val="115599"/>
              </a:lnSpc>
              <a:spcBef>
                <a:spcPts val="95"/>
              </a:spcBef>
            </a:pPr>
            <a:r>
              <a:rPr sz="2000" b="1" spc="50" dirty="0">
                <a:latin typeface="Arial"/>
                <a:cs typeface="Arial"/>
              </a:rPr>
              <a:t>Se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35" dirty="0">
                <a:latin typeface="Arial"/>
                <a:cs typeface="Arial"/>
              </a:rPr>
              <a:t>asegura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el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14" dirty="0">
                <a:latin typeface="Arial"/>
                <a:cs typeface="Arial"/>
              </a:rPr>
              <a:t>modulo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relay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215" dirty="0">
                <a:latin typeface="Arial"/>
                <a:cs typeface="Arial"/>
              </a:rPr>
              <a:t>a </a:t>
            </a:r>
            <a:r>
              <a:rPr sz="2000" b="1" spc="130" dirty="0">
                <a:latin typeface="Arial"/>
                <a:cs typeface="Arial"/>
              </a:rPr>
              <a:t>dentro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125" dirty="0">
                <a:latin typeface="Arial"/>
                <a:cs typeface="Arial"/>
              </a:rPr>
              <a:t>de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75" dirty="0">
                <a:latin typeface="Arial"/>
                <a:cs typeface="Arial"/>
              </a:rPr>
              <a:t>base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371205" y="1028700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5" y="1518589"/>
                </a:moveTo>
                <a:lnTo>
                  <a:pt x="485774" y="1518589"/>
                </a:lnTo>
                <a:lnTo>
                  <a:pt x="437761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1"/>
                </a:lnTo>
                <a:lnTo>
                  <a:pt x="257027" y="1461361"/>
                </a:lnTo>
                <a:lnTo>
                  <a:pt x="216266" y="1436973"/>
                </a:lnTo>
                <a:lnTo>
                  <a:pt x="177910" y="1408578"/>
                </a:lnTo>
                <a:lnTo>
                  <a:pt x="142279" y="1376309"/>
                </a:lnTo>
                <a:lnTo>
                  <a:pt x="110010" y="1340678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040085" y="0"/>
                </a:lnTo>
                <a:lnTo>
                  <a:pt x="4088098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3" y="81615"/>
                </a:lnTo>
                <a:lnTo>
                  <a:pt x="4347949" y="110010"/>
                </a:lnTo>
                <a:lnTo>
                  <a:pt x="4383580" y="142280"/>
                </a:lnTo>
                <a:lnTo>
                  <a:pt x="4415849" y="177911"/>
                </a:lnTo>
                <a:lnTo>
                  <a:pt x="4444244" y="216266"/>
                </a:lnTo>
                <a:lnTo>
                  <a:pt x="4468633" y="257028"/>
                </a:lnTo>
                <a:lnTo>
                  <a:pt x="4488883" y="299876"/>
                </a:lnTo>
                <a:lnTo>
                  <a:pt x="4504862" y="344494"/>
                </a:lnTo>
                <a:lnTo>
                  <a:pt x="4516440" y="390562"/>
                </a:lnTo>
                <a:lnTo>
                  <a:pt x="4523483" y="437762"/>
                </a:lnTo>
                <a:lnTo>
                  <a:pt x="4525860" y="485774"/>
                </a:lnTo>
                <a:lnTo>
                  <a:pt x="4525860" y="1032814"/>
                </a:lnTo>
                <a:lnTo>
                  <a:pt x="4523483" y="1080827"/>
                </a:lnTo>
                <a:lnTo>
                  <a:pt x="4516440" y="1128026"/>
                </a:lnTo>
                <a:lnTo>
                  <a:pt x="4504862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4" y="1302322"/>
                </a:lnTo>
                <a:lnTo>
                  <a:pt x="4415849" y="1340678"/>
                </a:lnTo>
                <a:lnTo>
                  <a:pt x="4383580" y="1376309"/>
                </a:lnTo>
                <a:lnTo>
                  <a:pt x="4347949" y="1408578"/>
                </a:lnTo>
                <a:lnTo>
                  <a:pt x="4309593" y="1436973"/>
                </a:lnTo>
                <a:lnTo>
                  <a:pt x="4268832" y="1461361"/>
                </a:lnTo>
                <a:lnTo>
                  <a:pt x="4225983" y="1481611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8" y="1516212"/>
                </a:lnTo>
                <a:lnTo>
                  <a:pt x="4040085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448845" y="1181830"/>
            <a:ext cx="4370705" cy="108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5599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se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60" dirty="0">
                <a:latin typeface="Arial"/>
                <a:cs typeface="Arial"/>
              </a:rPr>
              <a:t>conecta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la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155" dirty="0">
                <a:latin typeface="Arial"/>
                <a:cs typeface="Arial"/>
              </a:rPr>
              <a:t>pantalla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lcd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spc="200" dirty="0">
                <a:latin typeface="Arial"/>
                <a:cs typeface="Arial"/>
              </a:rPr>
              <a:t>para </a:t>
            </a:r>
            <a:r>
              <a:rPr sz="2000" b="1" spc="95" dirty="0">
                <a:latin typeface="Arial"/>
                <a:cs typeface="Arial"/>
              </a:rPr>
              <a:t>notificar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70" dirty="0">
                <a:latin typeface="Arial"/>
                <a:cs typeface="Arial"/>
              </a:rPr>
              <a:t>el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95" dirty="0">
                <a:latin typeface="Arial"/>
                <a:cs typeface="Arial"/>
              </a:rPr>
              <a:t>funcionamiento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165" dirty="0">
                <a:latin typeface="Arial"/>
                <a:cs typeface="Arial"/>
              </a:rPr>
              <a:t>y</a:t>
            </a:r>
            <a:r>
              <a:rPr sz="2000" b="1" spc="1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uso </a:t>
            </a:r>
            <a:r>
              <a:rPr sz="2000" b="1" spc="95" dirty="0">
                <a:latin typeface="Arial"/>
                <a:cs typeface="Arial"/>
              </a:rPr>
              <a:t>del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55" dirty="0">
                <a:latin typeface="Arial"/>
                <a:cs typeface="Arial"/>
              </a:rPr>
              <a:t>sistema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541446" y="6376977"/>
            <a:ext cx="4526280" cy="1518920"/>
          </a:xfrm>
          <a:custGeom>
            <a:avLst/>
            <a:gdLst/>
            <a:ahLst/>
            <a:cxnLst/>
            <a:rect l="l" t="t" r="r" b="b"/>
            <a:pathLst>
              <a:path w="4526280" h="1518920">
                <a:moveTo>
                  <a:pt x="4040086" y="1518589"/>
                </a:moveTo>
                <a:lnTo>
                  <a:pt x="485774" y="1518589"/>
                </a:lnTo>
                <a:lnTo>
                  <a:pt x="437761" y="1516212"/>
                </a:lnTo>
                <a:lnTo>
                  <a:pt x="390562" y="1509169"/>
                </a:lnTo>
                <a:lnTo>
                  <a:pt x="344494" y="1497591"/>
                </a:lnTo>
                <a:lnTo>
                  <a:pt x="299876" y="1481611"/>
                </a:lnTo>
                <a:lnTo>
                  <a:pt x="257027" y="1461361"/>
                </a:lnTo>
                <a:lnTo>
                  <a:pt x="216266" y="1436973"/>
                </a:lnTo>
                <a:lnTo>
                  <a:pt x="177910" y="1408578"/>
                </a:lnTo>
                <a:lnTo>
                  <a:pt x="142279" y="1376308"/>
                </a:lnTo>
                <a:lnTo>
                  <a:pt x="110010" y="1340677"/>
                </a:lnTo>
                <a:lnTo>
                  <a:pt x="81615" y="1302322"/>
                </a:lnTo>
                <a:lnTo>
                  <a:pt x="57227" y="1261561"/>
                </a:lnTo>
                <a:lnTo>
                  <a:pt x="36977" y="1218712"/>
                </a:lnTo>
                <a:lnTo>
                  <a:pt x="20997" y="1174094"/>
                </a:lnTo>
                <a:lnTo>
                  <a:pt x="9420" y="1128026"/>
                </a:lnTo>
                <a:lnTo>
                  <a:pt x="2377" y="1080827"/>
                </a:lnTo>
                <a:lnTo>
                  <a:pt x="0" y="103281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1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040086" y="0"/>
                </a:lnTo>
                <a:lnTo>
                  <a:pt x="4088099" y="2377"/>
                </a:lnTo>
                <a:lnTo>
                  <a:pt x="4135298" y="9420"/>
                </a:lnTo>
                <a:lnTo>
                  <a:pt x="4181366" y="20997"/>
                </a:lnTo>
                <a:lnTo>
                  <a:pt x="4225983" y="36977"/>
                </a:lnTo>
                <a:lnTo>
                  <a:pt x="4268832" y="57227"/>
                </a:lnTo>
                <a:lnTo>
                  <a:pt x="4309594" y="81616"/>
                </a:lnTo>
                <a:lnTo>
                  <a:pt x="4347949" y="110011"/>
                </a:lnTo>
                <a:lnTo>
                  <a:pt x="4383580" y="142280"/>
                </a:lnTo>
                <a:lnTo>
                  <a:pt x="4415850" y="177911"/>
                </a:lnTo>
                <a:lnTo>
                  <a:pt x="4444245" y="216266"/>
                </a:lnTo>
                <a:lnTo>
                  <a:pt x="4468633" y="257028"/>
                </a:lnTo>
                <a:lnTo>
                  <a:pt x="4488883" y="299877"/>
                </a:lnTo>
                <a:lnTo>
                  <a:pt x="4504863" y="344494"/>
                </a:lnTo>
                <a:lnTo>
                  <a:pt x="4516441" y="390562"/>
                </a:lnTo>
                <a:lnTo>
                  <a:pt x="4523484" y="437762"/>
                </a:lnTo>
                <a:lnTo>
                  <a:pt x="4525861" y="485774"/>
                </a:lnTo>
                <a:lnTo>
                  <a:pt x="4525861" y="1032814"/>
                </a:lnTo>
                <a:lnTo>
                  <a:pt x="4523484" y="1080827"/>
                </a:lnTo>
                <a:lnTo>
                  <a:pt x="4516441" y="1128026"/>
                </a:lnTo>
                <a:lnTo>
                  <a:pt x="4504863" y="1174094"/>
                </a:lnTo>
                <a:lnTo>
                  <a:pt x="4488883" y="1218712"/>
                </a:lnTo>
                <a:lnTo>
                  <a:pt x="4468633" y="1261561"/>
                </a:lnTo>
                <a:lnTo>
                  <a:pt x="4444245" y="1302322"/>
                </a:lnTo>
                <a:lnTo>
                  <a:pt x="4415850" y="1340677"/>
                </a:lnTo>
                <a:lnTo>
                  <a:pt x="4383580" y="1376308"/>
                </a:lnTo>
                <a:lnTo>
                  <a:pt x="4347949" y="1408578"/>
                </a:lnTo>
                <a:lnTo>
                  <a:pt x="4309594" y="1436973"/>
                </a:lnTo>
                <a:lnTo>
                  <a:pt x="4268832" y="1461361"/>
                </a:lnTo>
                <a:lnTo>
                  <a:pt x="4225983" y="1481611"/>
                </a:lnTo>
                <a:lnTo>
                  <a:pt x="4181366" y="1497591"/>
                </a:lnTo>
                <a:lnTo>
                  <a:pt x="4135298" y="1509169"/>
                </a:lnTo>
                <a:lnTo>
                  <a:pt x="4088099" y="1516212"/>
                </a:lnTo>
                <a:lnTo>
                  <a:pt x="4040086" y="1518589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707786" y="6530107"/>
            <a:ext cx="4193540" cy="108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5599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se </a:t>
            </a:r>
            <a:r>
              <a:rPr sz="2000" b="1" spc="65" dirty="0">
                <a:latin typeface="Arial"/>
                <a:cs typeface="Arial"/>
              </a:rPr>
              <a:t>conectan</a:t>
            </a:r>
            <a:r>
              <a:rPr sz="2000" b="1" dirty="0">
                <a:latin typeface="Arial"/>
                <a:cs typeface="Arial"/>
              </a:rPr>
              <a:t> los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75" dirty="0">
                <a:latin typeface="Arial"/>
                <a:cs typeface="Arial"/>
              </a:rPr>
              <a:t>componentes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130" dirty="0">
                <a:latin typeface="Arial"/>
                <a:cs typeface="Arial"/>
              </a:rPr>
              <a:t>al </a:t>
            </a:r>
            <a:r>
              <a:rPr sz="2000" b="1" spc="140" dirty="0">
                <a:latin typeface="Arial"/>
                <a:cs typeface="Arial"/>
              </a:rPr>
              <a:t>arduino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165" dirty="0">
                <a:latin typeface="Arial"/>
                <a:cs typeface="Arial"/>
              </a:rPr>
              <a:t>y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se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coloca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spc="100" dirty="0">
                <a:latin typeface="Arial"/>
                <a:cs typeface="Arial"/>
              </a:rPr>
              <a:t>en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spc="100" dirty="0">
                <a:latin typeface="Arial"/>
                <a:cs typeface="Arial"/>
              </a:rPr>
              <a:t>un</a:t>
            </a:r>
            <a:r>
              <a:rPr sz="2000" b="1" spc="40" dirty="0">
                <a:latin typeface="Arial"/>
                <a:cs typeface="Arial"/>
              </a:rPr>
              <a:t> </a:t>
            </a:r>
            <a:r>
              <a:rPr sz="2000" b="1" spc="145" dirty="0">
                <a:latin typeface="Arial"/>
                <a:cs typeface="Arial"/>
              </a:rPr>
              <a:t>lugar </a:t>
            </a:r>
            <a:r>
              <a:rPr sz="2000" b="1" spc="80" dirty="0">
                <a:latin typeface="Arial"/>
                <a:cs typeface="Arial"/>
              </a:rPr>
              <a:t>seguro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022815" y="1028699"/>
            <a:ext cx="7438390" cy="6455410"/>
          </a:xfrm>
          <a:custGeom>
            <a:avLst/>
            <a:gdLst/>
            <a:ahLst/>
            <a:cxnLst/>
            <a:rect l="l" t="t" r="r" b="b"/>
            <a:pathLst>
              <a:path w="7438390" h="6455409">
                <a:moveTo>
                  <a:pt x="6957203" y="6454845"/>
                </a:moveTo>
                <a:lnTo>
                  <a:pt x="485775" y="6454845"/>
                </a:lnTo>
                <a:lnTo>
                  <a:pt x="437762" y="6452468"/>
                </a:lnTo>
                <a:lnTo>
                  <a:pt x="390562" y="6445424"/>
                </a:lnTo>
                <a:lnTo>
                  <a:pt x="344494" y="6433847"/>
                </a:lnTo>
                <a:lnTo>
                  <a:pt x="299877" y="6417867"/>
                </a:lnTo>
                <a:lnTo>
                  <a:pt x="257028" y="6397617"/>
                </a:lnTo>
                <a:lnTo>
                  <a:pt x="216266" y="6373229"/>
                </a:lnTo>
                <a:lnTo>
                  <a:pt x="177911" y="6344834"/>
                </a:lnTo>
                <a:lnTo>
                  <a:pt x="142280" y="6312564"/>
                </a:lnTo>
                <a:lnTo>
                  <a:pt x="110011" y="6276934"/>
                </a:lnTo>
                <a:lnTo>
                  <a:pt x="81616" y="6238578"/>
                </a:lnTo>
                <a:lnTo>
                  <a:pt x="57227" y="6197817"/>
                </a:lnTo>
                <a:lnTo>
                  <a:pt x="36977" y="6154968"/>
                </a:lnTo>
                <a:lnTo>
                  <a:pt x="20997" y="6110351"/>
                </a:lnTo>
                <a:lnTo>
                  <a:pt x="9420" y="6064283"/>
                </a:lnTo>
                <a:lnTo>
                  <a:pt x="2377" y="6017083"/>
                </a:lnTo>
                <a:lnTo>
                  <a:pt x="0" y="59690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6957203" y="0"/>
                </a:lnTo>
                <a:lnTo>
                  <a:pt x="7005216" y="2377"/>
                </a:lnTo>
                <a:lnTo>
                  <a:pt x="7052415" y="9420"/>
                </a:lnTo>
                <a:lnTo>
                  <a:pt x="7098483" y="20997"/>
                </a:lnTo>
                <a:lnTo>
                  <a:pt x="7143101" y="36977"/>
                </a:lnTo>
                <a:lnTo>
                  <a:pt x="7185950" y="57227"/>
                </a:lnTo>
                <a:lnTo>
                  <a:pt x="7226711" y="81615"/>
                </a:lnTo>
                <a:lnTo>
                  <a:pt x="7265067" y="110010"/>
                </a:lnTo>
                <a:lnTo>
                  <a:pt x="7300698" y="142280"/>
                </a:lnTo>
                <a:lnTo>
                  <a:pt x="7332967" y="177911"/>
                </a:lnTo>
                <a:lnTo>
                  <a:pt x="7361362" y="216266"/>
                </a:lnTo>
                <a:lnTo>
                  <a:pt x="7385751" y="257028"/>
                </a:lnTo>
                <a:lnTo>
                  <a:pt x="7406000" y="299876"/>
                </a:lnTo>
                <a:lnTo>
                  <a:pt x="7421980" y="344494"/>
                </a:lnTo>
                <a:lnTo>
                  <a:pt x="7433557" y="390562"/>
                </a:lnTo>
                <a:lnTo>
                  <a:pt x="7438200" y="421675"/>
                </a:lnTo>
                <a:lnTo>
                  <a:pt x="7438200" y="6033170"/>
                </a:lnTo>
                <a:lnTo>
                  <a:pt x="7421980" y="6110351"/>
                </a:lnTo>
                <a:lnTo>
                  <a:pt x="7406000" y="6154968"/>
                </a:lnTo>
                <a:lnTo>
                  <a:pt x="7385751" y="6197817"/>
                </a:lnTo>
                <a:lnTo>
                  <a:pt x="7361362" y="6238578"/>
                </a:lnTo>
                <a:lnTo>
                  <a:pt x="7332967" y="6276934"/>
                </a:lnTo>
                <a:lnTo>
                  <a:pt x="7300698" y="6312564"/>
                </a:lnTo>
                <a:lnTo>
                  <a:pt x="7265067" y="6344834"/>
                </a:lnTo>
                <a:lnTo>
                  <a:pt x="7226711" y="6373229"/>
                </a:lnTo>
                <a:lnTo>
                  <a:pt x="7185950" y="6397617"/>
                </a:lnTo>
                <a:lnTo>
                  <a:pt x="7143101" y="6417867"/>
                </a:lnTo>
                <a:lnTo>
                  <a:pt x="7098483" y="6433847"/>
                </a:lnTo>
                <a:lnTo>
                  <a:pt x="7052415" y="6445424"/>
                </a:lnTo>
                <a:lnTo>
                  <a:pt x="7005216" y="6452468"/>
                </a:lnTo>
                <a:lnTo>
                  <a:pt x="6957203" y="6454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hlinkClick r:id="rId3"/>
          </p:cNvPr>
          <p:cNvSpPr/>
          <p:nvPr/>
        </p:nvSpPr>
        <p:spPr>
          <a:xfrm>
            <a:off x="140371" y="3845007"/>
            <a:ext cx="7760970" cy="1514475"/>
          </a:xfrm>
          <a:custGeom>
            <a:avLst/>
            <a:gdLst/>
            <a:ahLst/>
            <a:cxnLst/>
            <a:rect l="l" t="t" r="r" b="b"/>
            <a:pathLst>
              <a:path w="7760970" h="1514475">
                <a:moveTo>
                  <a:pt x="7274872" y="1514236"/>
                </a:moveTo>
                <a:lnTo>
                  <a:pt x="485775" y="1514236"/>
                </a:lnTo>
                <a:lnTo>
                  <a:pt x="437762" y="1511859"/>
                </a:lnTo>
                <a:lnTo>
                  <a:pt x="390562" y="1504816"/>
                </a:lnTo>
                <a:lnTo>
                  <a:pt x="344494" y="1493239"/>
                </a:lnTo>
                <a:lnTo>
                  <a:pt x="299876" y="1477259"/>
                </a:lnTo>
                <a:lnTo>
                  <a:pt x="257028" y="1457009"/>
                </a:lnTo>
                <a:lnTo>
                  <a:pt x="216266" y="1432621"/>
                </a:lnTo>
                <a:lnTo>
                  <a:pt x="177911" y="1404226"/>
                </a:lnTo>
                <a:lnTo>
                  <a:pt x="142280" y="1371956"/>
                </a:lnTo>
                <a:lnTo>
                  <a:pt x="110010" y="1336325"/>
                </a:lnTo>
                <a:lnTo>
                  <a:pt x="81615" y="1297970"/>
                </a:lnTo>
                <a:lnTo>
                  <a:pt x="57227" y="1257208"/>
                </a:lnTo>
                <a:lnTo>
                  <a:pt x="36977" y="1214360"/>
                </a:lnTo>
                <a:lnTo>
                  <a:pt x="20997" y="1169742"/>
                </a:lnTo>
                <a:lnTo>
                  <a:pt x="9420" y="1123674"/>
                </a:lnTo>
                <a:lnTo>
                  <a:pt x="2377" y="1076474"/>
                </a:lnTo>
                <a:lnTo>
                  <a:pt x="0" y="102846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7274872" y="0"/>
                </a:lnTo>
                <a:lnTo>
                  <a:pt x="7322885" y="2377"/>
                </a:lnTo>
                <a:lnTo>
                  <a:pt x="7370085" y="9420"/>
                </a:lnTo>
                <a:lnTo>
                  <a:pt x="7416153" y="20997"/>
                </a:lnTo>
                <a:lnTo>
                  <a:pt x="7460771" y="36977"/>
                </a:lnTo>
                <a:lnTo>
                  <a:pt x="7503619" y="57227"/>
                </a:lnTo>
                <a:lnTo>
                  <a:pt x="7544381" y="81615"/>
                </a:lnTo>
                <a:lnTo>
                  <a:pt x="7582736" y="110010"/>
                </a:lnTo>
                <a:lnTo>
                  <a:pt x="7618367" y="142280"/>
                </a:lnTo>
                <a:lnTo>
                  <a:pt x="7650636" y="177911"/>
                </a:lnTo>
                <a:lnTo>
                  <a:pt x="7679031" y="216266"/>
                </a:lnTo>
                <a:lnTo>
                  <a:pt x="7703420" y="257028"/>
                </a:lnTo>
                <a:lnTo>
                  <a:pt x="7723670" y="299876"/>
                </a:lnTo>
                <a:lnTo>
                  <a:pt x="7739650" y="344494"/>
                </a:lnTo>
                <a:lnTo>
                  <a:pt x="7751227" y="390562"/>
                </a:lnTo>
                <a:lnTo>
                  <a:pt x="7758270" y="437762"/>
                </a:lnTo>
                <a:lnTo>
                  <a:pt x="7760464" y="482068"/>
                </a:lnTo>
                <a:lnTo>
                  <a:pt x="7760464" y="1032168"/>
                </a:lnTo>
                <a:lnTo>
                  <a:pt x="7758270" y="1076474"/>
                </a:lnTo>
                <a:lnTo>
                  <a:pt x="7751227" y="1123674"/>
                </a:lnTo>
                <a:lnTo>
                  <a:pt x="7739650" y="1169742"/>
                </a:lnTo>
                <a:lnTo>
                  <a:pt x="7723670" y="1214360"/>
                </a:lnTo>
                <a:lnTo>
                  <a:pt x="7703420" y="1257208"/>
                </a:lnTo>
                <a:lnTo>
                  <a:pt x="7679031" y="1297970"/>
                </a:lnTo>
                <a:lnTo>
                  <a:pt x="7650636" y="1336325"/>
                </a:lnTo>
                <a:lnTo>
                  <a:pt x="7618367" y="1371956"/>
                </a:lnTo>
                <a:lnTo>
                  <a:pt x="7582736" y="1404226"/>
                </a:lnTo>
                <a:lnTo>
                  <a:pt x="7544381" y="1432621"/>
                </a:lnTo>
                <a:lnTo>
                  <a:pt x="7503619" y="1457009"/>
                </a:lnTo>
                <a:lnTo>
                  <a:pt x="7460771" y="1477259"/>
                </a:lnTo>
                <a:lnTo>
                  <a:pt x="7416153" y="1493239"/>
                </a:lnTo>
                <a:lnTo>
                  <a:pt x="7370085" y="1504816"/>
                </a:lnTo>
                <a:lnTo>
                  <a:pt x="7322885" y="1511859"/>
                </a:lnTo>
                <a:lnTo>
                  <a:pt x="7274872" y="1514236"/>
                </a:lnTo>
                <a:close/>
              </a:path>
            </a:pathLst>
          </a:custGeom>
          <a:solidFill>
            <a:srgbClr val="2E2E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7712" y="3991166"/>
            <a:ext cx="7606030" cy="1139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90"/>
              </a:spcBef>
            </a:pPr>
            <a:r>
              <a:rPr sz="2100" u="sng" spc="1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ymbol"/>
                <a:cs typeface="Segoe UI Symbol"/>
                <a:hlinkClick r:id="rId3"/>
              </a:rPr>
              <a:t>HTTPS://APP.ARDUINO.CC/SKETCHES/BFFFB244-</a:t>
            </a:r>
            <a:r>
              <a:rPr sz="2100" u="sng" spc="2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ymbol"/>
                <a:cs typeface="Segoe UI Symbol"/>
                <a:hlinkClick r:id="rId3"/>
              </a:rPr>
              <a:t>095A-</a:t>
            </a:r>
            <a:r>
              <a:rPr sz="2100" u="sng" spc="2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ymbol"/>
                <a:cs typeface="Segoe UI Symbol"/>
                <a:hlinkClick r:id="rId3"/>
              </a:rPr>
              <a:t>489C-</a:t>
            </a:r>
            <a:r>
              <a:rPr sz="2100" u="sng" spc="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ymbol"/>
                <a:cs typeface="Segoe UI Symbol"/>
                <a:hlinkClick r:id="rId3"/>
              </a:rPr>
              <a:t>9717-</a:t>
            </a:r>
            <a:r>
              <a:rPr sz="2100" u="sng" spc="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ymbol"/>
                <a:cs typeface="Segoe UI Symbol"/>
                <a:hlinkClick r:id="rId3"/>
              </a:rPr>
              <a:t>1A7F9B24F55F?NAV=FILES&amp;VIEW-</a:t>
            </a:r>
            <a:r>
              <a:rPr sz="2100" u="sng" spc="1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Symbol"/>
                <a:cs typeface="Segoe UI Symbol"/>
                <a:hlinkClick r:id="rId3"/>
              </a:rPr>
              <a:t>MODE=PREVIEW</a:t>
            </a:r>
            <a:endParaRPr sz="2100">
              <a:latin typeface="Segoe UI Symbol"/>
              <a:cs typeface="Segoe UI Symbo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33460" y="1195996"/>
            <a:ext cx="7025839" cy="61202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7" y="0"/>
            <a:ext cx="5547359" cy="2471927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33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2360" dirty="0"/>
              <a:t>CODIGO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022815" y="1028699"/>
            <a:ext cx="7438390" cy="6455410"/>
          </a:xfrm>
          <a:custGeom>
            <a:avLst/>
            <a:gdLst/>
            <a:ahLst/>
            <a:cxnLst/>
            <a:rect l="l" t="t" r="r" b="b"/>
            <a:pathLst>
              <a:path w="7438390" h="6455409">
                <a:moveTo>
                  <a:pt x="6957203" y="6454845"/>
                </a:moveTo>
                <a:lnTo>
                  <a:pt x="485775" y="6454845"/>
                </a:lnTo>
                <a:lnTo>
                  <a:pt x="437762" y="6452468"/>
                </a:lnTo>
                <a:lnTo>
                  <a:pt x="390562" y="6445424"/>
                </a:lnTo>
                <a:lnTo>
                  <a:pt x="344494" y="6433847"/>
                </a:lnTo>
                <a:lnTo>
                  <a:pt x="299877" y="6417867"/>
                </a:lnTo>
                <a:lnTo>
                  <a:pt x="257028" y="6397617"/>
                </a:lnTo>
                <a:lnTo>
                  <a:pt x="216266" y="6373229"/>
                </a:lnTo>
                <a:lnTo>
                  <a:pt x="177911" y="6344834"/>
                </a:lnTo>
                <a:lnTo>
                  <a:pt x="142280" y="6312564"/>
                </a:lnTo>
                <a:lnTo>
                  <a:pt x="110011" y="6276934"/>
                </a:lnTo>
                <a:lnTo>
                  <a:pt x="81616" y="6238578"/>
                </a:lnTo>
                <a:lnTo>
                  <a:pt x="57227" y="6197817"/>
                </a:lnTo>
                <a:lnTo>
                  <a:pt x="36977" y="6154968"/>
                </a:lnTo>
                <a:lnTo>
                  <a:pt x="20997" y="6110351"/>
                </a:lnTo>
                <a:lnTo>
                  <a:pt x="9420" y="6064283"/>
                </a:lnTo>
                <a:lnTo>
                  <a:pt x="2377" y="6017083"/>
                </a:lnTo>
                <a:lnTo>
                  <a:pt x="0" y="59690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6957203" y="0"/>
                </a:lnTo>
                <a:lnTo>
                  <a:pt x="7005216" y="2377"/>
                </a:lnTo>
                <a:lnTo>
                  <a:pt x="7052415" y="9420"/>
                </a:lnTo>
                <a:lnTo>
                  <a:pt x="7098483" y="20997"/>
                </a:lnTo>
                <a:lnTo>
                  <a:pt x="7143101" y="36977"/>
                </a:lnTo>
                <a:lnTo>
                  <a:pt x="7185950" y="57227"/>
                </a:lnTo>
                <a:lnTo>
                  <a:pt x="7226711" y="81615"/>
                </a:lnTo>
                <a:lnTo>
                  <a:pt x="7265067" y="110010"/>
                </a:lnTo>
                <a:lnTo>
                  <a:pt x="7300698" y="142280"/>
                </a:lnTo>
                <a:lnTo>
                  <a:pt x="7332967" y="177911"/>
                </a:lnTo>
                <a:lnTo>
                  <a:pt x="7361362" y="216266"/>
                </a:lnTo>
                <a:lnTo>
                  <a:pt x="7385751" y="257028"/>
                </a:lnTo>
                <a:lnTo>
                  <a:pt x="7406000" y="299876"/>
                </a:lnTo>
                <a:lnTo>
                  <a:pt x="7421980" y="344494"/>
                </a:lnTo>
                <a:lnTo>
                  <a:pt x="7433557" y="390562"/>
                </a:lnTo>
                <a:lnTo>
                  <a:pt x="7438200" y="421675"/>
                </a:lnTo>
                <a:lnTo>
                  <a:pt x="7438200" y="6033170"/>
                </a:lnTo>
                <a:lnTo>
                  <a:pt x="7421980" y="6110351"/>
                </a:lnTo>
                <a:lnTo>
                  <a:pt x="7406000" y="6154968"/>
                </a:lnTo>
                <a:lnTo>
                  <a:pt x="7385751" y="6197817"/>
                </a:lnTo>
                <a:lnTo>
                  <a:pt x="7361362" y="6238578"/>
                </a:lnTo>
                <a:lnTo>
                  <a:pt x="7332967" y="6276934"/>
                </a:lnTo>
                <a:lnTo>
                  <a:pt x="7300698" y="6312564"/>
                </a:lnTo>
                <a:lnTo>
                  <a:pt x="7265067" y="6344834"/>
                </a:lnTo>
                <a:lnTo>
                  <a:pt x="7226711" y="6373229"/>
                </a:lnTo>
                <a:lnTo>
                  <a:pt x="7185950" y="6397617"/>
                </a:lnTo>
                <a:lnTo>
                  <a:pt x="7143101" y="6417867"/>
                </a:lnTo>
                <a:lnTo>
                  <a:pt x="7098483" y="6433847"/>
                </a:lnTo>
                <a:lnTo>
                  <a:pt x="7052415" y="6445424"/>
                </a:lnTo>
                <a:lnTo>
                  <a:pt x="7005216" y="6452468"/>
                </a:lnTo>
                <a:lnTo>
                  <a:pt x="6957203" y="6454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hlinkClick r:id="rId3"/>
          </p:cNvPr>
          <p:cNvSpPr/>
          <p:nvPr/>
        </p:nvSpPr>
        <p:spPr>
          <a:xfrm>
            <a:off x="217712" y="3845007"/>
            <a:ext cx="8316687" cy="1831893"/>
          </a:xfrm>
          <a:custGeom>
            <a:avLst/>
            <a:gdLst/>
            <a:ahLst/>
            <a:cxnLst/>
            <a:rect l="l" t="t" r="r" b="b"/>
            <a:pathLst>
              <a:path w="7760970" h="1514475">
                <a:moveTo>
                  <a:pt x="7274872" y="1514236"/>
                </a:moveTo>
                <a:lnTo>
                  <a:pt x="485775" y="1514236"/>
                </a:lnTo>
                <a:lnTo>
                  <a:pt x="437762" y="1511859"/>
                </a:lnTo>
                <a:lnTo>
                  <a:pt x="390562" y="1504816"/>
                </a:lnTo>
                <a:lnTo>
                  <a:pt x="344494" y="1493239"/>
                </a:lnTo>
                <a:lnTo>
                  <a:pt x="299876" y="1477259"/>
                </a:lnTo>
                <a:lnTo>
                  <a:pt x="257028" y="1457009"/>
                </a:lnTo>
                <a:lnTo>
                  <a:pt x="216266" y="1432621"/>
                </a:lnTo>
                <a:lnTo>
                  <a:pt x="177911" y="1404226"/>
                </a:lnTo>
                <a:lnTo>
                  <a:pt x="142280" y="1371956"/>
                </a:lnTo>
                <a:lnTo>
                  <a:pt x="110010" y="1336325"/>
                </a:lnTo>
                <a:lnTo>
                  <a:pt x="81615" y="1297970"/>
                </a:lnTo>
                <a:lnTo>
                  <a:pt x="57227" y="1257208"/>
                </a:lnTo>
                <a:lnTo>
                  <a:pt x="36977" y="1214360"/>
                </a:lnTo>
                <a:lnTo>
                  <a:pt x="20997" y="1169742"/>
                </a:lnTo>
                <a:lnTo>
                  <a:pt x="9420" y="1123674"/>
                </a:lnTo>
                <a:lnTo>
                  <a:pt x="2377" y="1076474"/>
                </a:lnTo>
                <a:lnTo>
                  <a:pt x="0" y="102846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7274872" y="0"/>
                </a:lnTo>
                <a:lnTo>
                  <a:pt x="7322885" y="2377"/>
                </a:lnTo>
                <a:lnTo>
                  <a:pt x="7370085" y="9420"/>
                </a:lnTo>
                <a:lnTo>
                  <a:pt x="7416153" y="20997"/>
                </a:lnTo>
                <a:lnTo>
                  <a:pt x="7460771" y="36977"/>
                </a:lnTo>
                <a:lnTo>
                  <a:pt x="7503619" y="57227"/>
                </a:lnTo>
                <a:lnTo>
                  <a:pt x="7544381" y="81615"/>
                </a:lnTo>
                <a:lnTo>
                  <a:pt x="7582736" y="110010"/>
                </a:lnTo>
                <a:lnTo>
                  <a:pt x="7618367" y="142280"/>
                </a:lnTo>
                <a:lnTo>
                  <a:pt x="7650636" y="177911"/>
                </a:lnTo>
                <a:lnTo>
                  <a:pt x="7679031" y="216266"/>
                </a:lnTo>
                <a:lnTo>
                  <a:pt x="7703420" y="257028"/>
                </a:lnTo>
                <a:lnTo>
                  <a:pt x="7723670" y="299876"/>
                </a:lnTo>
                <a:lnTo>
                  <a:pt x="7739650" y="344494"/>
                </a:lnTo>
                <a:lnTo>
                  <a:pt x="7751227" y="390562"/>
                </a:lnTo>
                <a:lnTo>
                  <a:pt x="7758270" y="437762"/>
                </a:lnTo>
                <a:lnTo>
                  <a:pt x="7760464" y="482068"/>
                </a:lnTo>
                <a:lnTo>
                  <a:pt x="7760464" y="1032168"/>
                </a:lnTo>
                <a:lnTo>
                  <a:pt x="7758270" y="1076474"/>
                </a:lnTo>
                <a:lnTo>
                  <a:pt x="7751227" y="1123674"/>
                </a:lnTo>
                <a:lnTo>
                  <a:pt x="7739650" y="1169742"/>
                </a:lnTo>
                <a:lnTo>
                  <a:pt x="7723670" y="1214360"/>
                </a:lnTo>
                <a:lnTo>
                  <a:pt x="7703420" y="1257208"/>
                </a:lnTo>
                <a:lnTo>
                  <a:pt x="7679031" y="1297970"/>
                </a:lnTo>
                <a:lnTo>
                  <a:pt x="7650636" y="1336325"/>
                </a:lnTo>
                <a:lnTo>
                  <a:pt x="7618367" y="1371956"/>
                </a:lnTo>
                <a:lnTo>
                  <a:pt x="7582736" y="1404226"/>
                </a:lnTo>
                <a:lnTo>
                  <a:pt x="7544381" y="1432621"/>
                </a:lnTo>
                <a:lnTo>
                  <a:pt x="7503619" y="1457009"/>
                </a:lnTo>
                <a:lnTo>
                  <a:pt x="7460771" y="1477259"/>
                </a:lnTo>
                <a:lnTo>
                  <a:pt x="7416153" y="1493239"/>
                </a:lnTo>
                <a:lnTo>
                  <a:pt x="7370085" y="1504816"/>
                </a:lnTo>
                <a:lnTo>
                  <a:pt x="7322885" y="1511859"/>
                </a:lnTo>
                <a:lnTo>
                  <a:pt x="7274872" y="1514236"/>
                </a:lnTo>
                <a:close/>
              </a:path>
            </a:pathLst>
          </a:custGeom>
          <a:solidFill>
            <a:srgbClr val="2E2E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7712" y="3991166"/>
            <a:ext cx="7606030" cy="3536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90"/>
              </a:spcBef>
            </a:pPr>
            <a:endParaRPr lang="es-CO" sz="2100" dirty="0">
              <a:latin typeface="Segoe UI Symbol"/>
              <a:cs typeface="Segoe UI Symbo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33460" y="1195996"/>
            <a:ext cx="7025839" cy="61202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7" y="0"/>
            <a:ext cx="5547359" cy="2471927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85536" y="-165170"/>
            <a:ext cx="17516926" cy="2411708"/>
          </a:xfrm>
          <a:prstGeom prst="rect">
            <a:avLst/>
          </a:prstGeom>
        </p:spPr>
        <p:txBody>
          <a:bodyPr vert="horz" wrap="square" lIns="0" tIns="1633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dirty="0"/>
              <a:t>VIDEO</a:t>
            </a:r>
            <a:endParaRPr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76BA3D-B030-4725-B52A-1ACC7A4B49D9}"/>
              </a:ext>
            </a:extLst>
          </p:cNvPr>
          <p:cNvSpPr txBox="1"/>
          <p:nvPr/>
        </p:nvSpPr>
        <p:spPr>
          <a:xfrm>
            <a:off x="826795" y="3924300"/>
            <a:ext cx="67170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>
                <a:solidFill>
                  <a:schemeClr val="bg1"/>
                </a:solidFill>
              </a:rPr>
              <a:t>https://www.youtube.com/watch?v=HQ7AZDIJjGI</a:t>
            </a:r>
            <a:endParaRPr lang="es-CO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79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022815" y="1028699"/>
            <a:ext cx="7438390" cy="6455410"/>
          </a:xfrm>
          <a:custGeom>
            <a:avLst/>
            <a:gdLst/>
            <a:ahLst/>
            <a:cxnLst/>
            <a:rect l="l" t="t" r="r" b="b"/>
            <a:pathLst>
              <a:path w="7438390" h="6455409">
                <a:moveTo>
                  <a:pt x="6957203" y="6454845"/>
                </a:moveTo>
                <a:lnTo>
                  <a:pt x="485775" y="6454845"/>
                </a:lnTo>
                <a:lnTo>
                  <a:pt x="437762" y="6452468"/>
                </a:lnTo>
                <a:lnTo>
                  <a:pt x="390562" y="6445424"/>
                </a:lnTo>
                <a:lnTo>
                  <a:pt x="344494" y="6433847"/>
                </a:lnTo>
                <a:lnTo>
                  <a:pt x="299877" y="6417867"/>
                </a:lnTo>
                <a:lnTo>
                  <a:pt x="257028" y="6397617"/>
                </a:lnTo>
                <a:lnTo>
                  <a:pt x="216266" y="6373229"/>
                </a:lnTo>
                <a:lnTo>
                  <a:pt x="177911" y="6344834"/>
                </a:lnTo>
                <a:lnTo>
                  <a:pt x="142280" y="6312564"/>
                </a:lnTo>
                <a:lnTo>
                  <a:pt x="110011" y="6276934"/>
                </a:lnTo>
                <a:lnTo>
                  <a:pt x="81616" y="6238578"/>
                </a:lnTo>
                <a:lnTo>
                  <a:pt x="57227" y="6197817"/>
                </a:lnTo>
                <a:lnTo>
                  <a:pt x="36977" y="6154968"/>
                </a:lnTo>
                <a:lnTo>
                  <a:pt x="20997" y="6110351"/>
                </a:lnTo>
                <a:lnTo>
                  <a:pt x="9420" y="6064283"/>
                </a:lnTo>
                <a:lnTo>
                  <a:pt x="2377" y="6017083"/>
                </a:lnTo>
                <a:lnTo>
                  <a:pt x="0" y="5969070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6957203" y="0"/>
                </a:lnTo>
                <a:lnTo>
                  <a:pt x="7005216" y="2377"/>
                </a:lnTo>
                <a:lnTo>
                  <a:pt x="7052415" y="9420"/>
                </a:lnTo>
                <a:lnTo>
                  <a:pt x="7098483" y="20997"/>
                </a:lnTo>
                <a:lnTo>
                  <a:pt x="7143101" y="36977"/>
                </a:lnTo>
                <a:lnTo>
                  <a:pt x="7185950" y="57227"/>
                </a:lnTo>
                <a:lnTo>
                  <a:pt x="7226711" y="81615"/>
                </a:lnTo>
                <a:lnTo>
                  <a:pt x="7265067" y="110010"/>
                </a:lnTo>
                <a:lnTo>
                  <a:pt x="7300698" y="142280"/>
                </a:lnTo>
                <a:lnTo>
                  <a:pt x="7332967" y="177911"/>
                </a:lnTo>
                <a:lnTo>
                  <a:pt x="7361362" y="216266"/>
                </a:lnTo>
                <a:lnTo>
                  <a:pt x="7385751" y="257028"/>
                </a:lnTo>
                <a:lnTo>
                  <a:pt x="7406000" y="299876"/>
                </a:lnTo>
                <a:lnTo>
                  <a:pt x="7421980" y="344494"/>
                </a:lnTo>
                <a:lnTo>
                  <a:pt x="7433557" y="390562"/>
                </a:lnTo>
                <a:lnTo>
                  <a:pt x="7438200" y="421675"/>
                </a:lnTo>
                <a:lnTo>
                  <a:pt x="7438200" y="6033170"/>
                </a:lnTo>
                <a:lnTo>
                  <a:pt x="7421980" y="6110351"/>
                </a:lnTo>
                <a:lnTo>
                  <a:pt x="7406000" y="6154968"/>
                </a:lnTo>
                <a:lnTo>
                  <a:pt x="7385751" y="6197817"/>
                </a:lnTo>
                <a:lnTo>
                  <a:pt x="7361362" y="6238578"/>
                </a:lnTo>
                <a:lnTo>
                  <a:pt x="7332967" y="6276934"/>
                </a:lnTo>
                <a:lnTo>
                  <a:pt x="7300698" y="6312564"/>
                </a:lnTo>
                <a:lnTo>
                  <a:pt x="7265067" y="6344834"/>
                </a:lnTo>
                <a:lnTo>
                  <a:pt x="7226711" y="6373229"/>
                </a:lnTo>
                <a:lnTo>
                  <a:pt x="7185950" y="6397617"/>
                </a:lnTo>
                <a:lnTo>
                  <a:pt x="7143101" y="6417867"/>
                </a:lnTo>
                <a:lnTo>
                  <a:pt x="7098483" y="6433847"/>
                </a:lnTo>
                <a:lnTo>
                  <a:pt x="7052415" y="6445424"/>
                </a:lnTo>
                <a:lnTo>
                  <a:pt x="7005216" y="6452468"/>
                </a:lnTo>
                <a:lnTo>
                  <a:pt x="6957203" y="6454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hlinkClick r:id="rId3"/>
          </p:cNvPr>
          <p:cNvSpPr/>
          <p:nvPr/>
        </p:nvSpPr>
        <p:spPr>
          <a:xfrm>
            <a:off x="140370" y="2637097"/>
            <a:ext cx="8851229" cy="5706803"/>
          </a:xfrm>
          <a:custGeom>
            <a:avLst/>
            <a:gdLst/>
            <a:ahLst/>
            <a:cxnLst/>
            <a:rect l="l" t="t" r="r" b="b"/>
            <a:pathLst>
              <a:path w="7760970" h="1514475">
                <a:moveTo>
                  <a:pt x="7274872" y="1514236"/>
                </a:moveTo>
                <a:lnTo>
                  <a:pt x="485775" y="1514236"/>
                </a:lnTo>
                <a:lnTo>
                  <a:pt x="437762" y="1511859"/>
                </a:lnTo>
                <a:lnTo>
                  <a:pt x="390562" y="1504816"/>
                </a:lnTo>
                <a:lnTo>
                  <a:pt x="344494" y="1493239"/>
                </a:lnTo>
                <a:lnTo>
                  <a:pt x="299876" y="1477259"/>
                </a:lnTo>
                <a:lnTo>
                  <a:pt x="257028" y="1457009"/>
                </a:lnTo>
                <a:lnTo>
                  <a:pt x="216266" y="1432621"/>
                </a:lnTo>
                <a:lnTo>
                  <a:pt x="177911" y="1404226"/>
                </a:lnTo>
                <a:lnTo>
                  <a:pt x="142280" y="1371956"/>
                </a:lnTo>
                <a:lnTo>
                  <a:pt x="110010" y="1336325"/>
                </a:lnTo>
                <a:lnTo>
                  <a:pt x="81615" y="1297970"/>
                </a:lnTo>
                <a:lnTo>
                  <a:pt x="57227" y="1257208"/>
                </a:lnTo>
                <a:lnTo>
                  <a:pt x="36977" y="1214360"/>
                </a:lnTo>
                <a:lnTo>
                  <a:pt x="20997" y="1169742"/>
                </a:lnTo>
                <a:lnTo>
                  <a:pt x="9420" y="1123674"/>
                </a:lnTo>
                <a:lnTo>
                  <a:pt x="2377" y="1076474"/>
                </a:lnTo>
                <a:lnTo>
                  <a:pt x="0" y="1028461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7274872" y="0"/>
                </a:lnTo>
                <a:lnTo>
                  <a:pt x="7322885" y="2377"/>
                </a:lnTo>
                <a:lnTo>
                  <a:pt x="7370085" y="9420"/>
                </a:lnTo>
                <a:lnTo>
                  <a:pt x="7416153" y="20997"/>
                </a:lnTo>
                <a:lnTo>
                  <a:pt x="7460771" y="36977"/>
                </a:lnTo>
                <a:lnTo>
                  <a:pt x="7503619" y="57227"/>
                </a:lnTo>
                <a:lnTo>
                  <a:pt x="7544381" y="81615"/>
                </a:lnTo>
                <a:lnTo>
                  <a:pt x="7582736" y="110010"/>
                </a:lnTo>
                <a:lnTo>
                  <a:pt x="7618367" y="142280"/>
                </a:lnTo>
                <a:lnTo>
                  <a:pt x="7650636" y="177911"/>
                </a:lnTo>
                <a:lnTo>
                  <a:pt x="7679031" y="216266"/>
                </a:lnTo>
                <a:lnTo>
                  <a:pt x="7703420" y="257028"/>
                </a:lnTo>
                <a:lnTo>
                  <a:pt x="7723670" y="299876"/>
                </a:lnTo>
                <a:lnTo>
                  <a:pt x="7739650" y="344494"/>
                </a:lnTo>
                <a:lnTo>
                  <a:pt x="7751227" y="390562"/>
                </a:lnTo>
                <a:lnTo>
                  <a:pt x="7758270" y="437762"/>
                </a:lnTo>
                <a:lnTo>
                  <a:pt x="7760464" y="482068"/>
                </a:lnTo>
                <a:lnTo>
                  <a:pt x="7760464" y="1032168"/>
                </a:lnTo>
                <a:lnTo>
                  <a:pt x="7758270" y="1076474"/>
                </a:lnTo>
                <a:lnTo>
                  <a:pt x="7751227" y="1123674"/>
                </a:lnTo>
                <a:lnTo>
                  <a:pt x="7739650" y="1169742"/>
                </a:lnTo>
                <a:lnTo>
                  <a:pt x="7723670" y="1214360"/>
                </a:lnTo>
                <a:lnTo>
                  <a:pt x="7703420" y="1257208"/>
                </a:lnTo>
                <a:lnTo>
                  <a:pt x="7679031" y="1297970"/>
                </a:lnTo>
                <a:lnTo>
                  <a:pt x="7650636" y="1336325"/>
                </a:lnTo>
                <a:lnTo>
                  <a:pt x="7618367" y="1371956"/>
                </a:lnTo>
                <a:lnTo>
                  <a:pt x="7582736" y="1404226"/>
                </a:lnTo>
                <a:lnTo>
                  <a:pt x="7544381" y="1432621"/>
                </a:lnTo>
                <a:lnTo>
                  <a:pt x="7503619" y="1457009"/>
                </a:lnTo>
                <a:lnTo>
                  <a:pt x="7460771" y="1477259"/>
                </a:lnTo>
                <a:lnTo>
                  <a:pt x="7416153" y="1493239"/>
                </a:lnTo>
                <a:lnTo>
                  <a:pt x="7370085" y="1504816"/>
                </a:lnTo>
                <a:lnTo>
                  <a:pt x="7322885" y="1511859"/>
                </a:lnTo>
                <a:lnTo>
                  <a:pt x="7274872" y="1514236"/>
                </a:lnTo>
                <a:close/>
              </a:path>
            </a:pathLst>
          </a:custGeom>
          <a:solidFill>
            <a:srgbClr val="2E2E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7712" y="3991166"/>
            <a:ext cx="7606030" cy="3536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90"/>
              </a:spcBef>
            </a:pPr>
            <a:endParaRPr lang="es-CO" sz="2100" dirty="0">
              <a:latin typeface="Segoe UI Symbol"/>
              <a:cs typeface="Segoe UI Symbo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33460" y="1195996"/>
            <a:ext cx="7025839" cy="61202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47" y="0"/>
            <a:ext cx="5547359" cy="2471927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85536" y="-165170"/>
            <a:ext cx="17516926" cy="2411708"/>
          </a:xfrm>
          <a:prstGeom prst="rect">
            <a:avLst/>
          </a:prstGeom>
        </p:spPr>
        <p:txBody>
          <a:bodyPr vert="horz" wrap="square" lIns="0" tIns="1633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s-MX" spc="-2360" dirty="0"/>
              <a:t>REFERENCIAS</a:t>
            </a:r>
            <a:endParaRPr spc="-236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376BA3D-B030-4725-B52A-1ACC7A4B49D9}"/>
              </a:ext>
            </a:extLst>
          </p:cNvPr>
          <p:cNvSpPr txBox="1"/>
          <p:nvPr/>
        </p:nvSpPr>
        <p:spPr>
          <a:xfrm>
            <a:off x="421979" y="3521235"/>
            <a:ext cx="671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</a:rPr>
              <a:t>https://www.youtube.com/shorts/r0p5JmpHp04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54EDC3-A817-4716-87B1-31AD5D38F762}"/>
              </a:ext>
            </a:extLst>
          </p:cNvPr>
          <p:cNvSpPr txBox="1"/>
          <p:nvPr/>
        </p:nvSpPr>
        <p:spPr>
          <a:xfrm>
            <a:off x="421979" y="3061387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Referencia 1</a:t>
            </a:r>
            <a:endParaRPr lang="es-CO" sz="2400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DC8F8D-6FFC-4652-8C69-29F59CF4454F}"/>
              </a:ext>
            </a:extLst>
          </p:cNvPr>
          <p:cNvSpPr txBox="1"/>
          <p:nvPr/>
        </p:nvSpPr>
        <p:spPr>
          <a:xfrm>
            <a:off x="385536" y="4211915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Referencia </a:t>
            </a:r>
            <a:r>
              <a:rPr lang="es-CO" sz="2400" dirty="0">
                <a:solidFill>
                  <a:schemeClr val="bg1"/>
                </a:solidFill>
              </a:rPr>
              <a:t>2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2DA6B32-8819-4F79-976F-D862B84A5A98}"/>
              </a:ext>
            </a:extLst>
          </p:cNvPr>
          <p:cNvSpPr txBox="1"/>
          <p:nvPr/>
        </p:nvSpPr>
        <p:spPr>
          <a:xfrm>
            <a:off x="361909" y="5501166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Referencia </a:t>
            </a:r>
            <a:r>
              <a:rPr lang="es-CO" sz="2400" dirty="0">
                <a:solidFill>
                  <a:schemeClr val="bg1"/>
                </a:solidFill>
              </a:rPr>
              <a:t>3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2F5C88-3A02-4075-B749-B18D203B9F0E}"/>
              </a:ext>
            </a:extLst>
          </p:cNvPr>
          <p:cNvSpPr txBox="1"/>
          <p:nvPr/>
        </p:nvSpPr>
        <p:spPr>
          <a:xfrm>
            <a:off x="361909" y="6806694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Referencia </a:t>
            </a:r>
            <a:r>
              <a:rPr lang="es-CO" sz="2400" dirty="0">
                <a:solidFill>
                  <a:schemeClr val="bg1"/>
                </a:solidFill>
              </a:rPr>
              <a:t>4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B3D349-560B-4F02-87EC-58EDF9559568}"/>
              </a:ext>
            </a:extLst>
          </p:cNvPr>
          <p:cNvSpPr txBox="1"/>
          <p:nvPr/>
        </p:nvSpPr>
        <p:spPr>
          <a:xfrm>
            <a:off x="361910" y="4602474"/>
            <a:ext cx="7539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</a:rPr>
              <a:t>https://www.youtube.com/watch?v=DzsQsXOKMTk&amp;t=158s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A6BFD-19A2-4894-ABA8-781C2AD692E6}"/>
              </a:ext>
            </a:extLst>
          </p:cNvPr>
          <p:cNvSpPr txBox="1"/>
          <p:nvPr/>
        </p:nvSpPr>
        <p:spPr>
          <a:xfrm>
            <a:off x="349093" y="5962831"/>
            <a:ext cx="7646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</a:rPr>
              <a:t>https://www.youtube.com/watch?v=uJ9r2lP-ARA&amp;t=50s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3C1E9AF-EAA6-417B-A15E-90AC5CB66B63}"/>
              </a:ext>
            </a:extLst>
          </p:cNvPr>
          <p:cNvSpPr txBox="1"/>
          <p:nvPr/>
        </p:nvSpPr>
        <p:spPr>
          <a:xfrm>
            <a:off x="385536" y="7226215"/>
            <a:ext cx="7646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</a:rPr>
              <a:t>https://www.youtube.com/watch?v=42NlW53_nNc</a:t>
            </a:r>
          </a:p>
        </p:txBody>
      </p:sp>
    </p:spTree>
    <p:extLst>
      <p:ext uri="{BB962C8B-B14F-4D97-AF65-F5344CB8AC3E}">
        <p14:creationId xmlns:p14="http://schemas.microsoft.com/office/powerpoint/2010/main" val="404160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276</Words>
  <Application>Microsoft Office PowerPoint</Application>
  <PresentationFormat>Personalizado</PresentationFormat>
  <Paragraphs>36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 Symbol</vt:lpstr>
      <vt:lpstr>Trebuchet MS</vt:lpstr>
      <vt:lpstr>Office Theme</vt:lpstr>
      <vt:lpstr>DISPENSADOR DE</vt:lpstr>
      <vt:lpstr>DISPENSADOR AUTOMATICO PINOUT ARDUINO</vt:lpstr>
      <vt:lpstr>Presentación de PowerPoint</vt:lpstr>
      <vt:lpstr>Presentación de PowerPoint</vt:lpstr>
      <vt:lpstr>CODIGO</vt:lpstr>
      <vt:lpstr>VIDEO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Proyecto arduino</dc:title>
  <dc:creator>Juan diego Castrillon</dc:creator>
  <cp:keywords>DAHKIEIlSvM,BAFjAqJ0F-I,0</cp:keywords>
  <cp:lastModifiedBy>keisy machado</cp:lastModifiedBy>
  <cp:revision>2</cp:revision>
  <dcterms:created xsi:type="dcterms:W3CDTF">2026-05-19T19:17:18Z</dcterms:created>
  <dcterms:modified xsi:type="dcterms:W3CDTF">2026-05-19T19:31:46Z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2026-05-19T00:00:00Z</vt:filetime>
  </property>
  <property fmtid="{D5CDD505-2E9C-101B-9397-08002B2CF9AE}" pid="4" name="Creator">
    <vt:lpwstr>Canva</vt:lpwstr>
  </property>
  <property fmtid="{D5CDD505-2E9C-101B-9397-08002B2CF9AE}" pid="5" name="LastSaved">
    <vt:filetime>2026-05-19T00:00:00Z</vt:filetime>
  </property>
  <property fmtid="{D5CDD505-2E9C-101B-9397-08002B2CF9AE}" pid="6" name="Producer">
    <vt:lpwstr>Canva</vt:lpwstr>
  </property>
</Properties>
</file>